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32918400" cx="43891200"/>
  <p:notesSz cx="6858000" cy="9144000"/>
  <p:embeddedFontLst>
    <p:embeddedFont>
      <p:font typeface="Roboto"/>
      <p:regular r:id="rId7"/>
      <p:bold r:id="rId8"/>
      <p:italic r:id="rId9"/>
      <p:boldItalic r:id="rId10"/>
    </p:embeddedFont>
    <p:embeddedFont>
      <p:font typeface="Nunito"/>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824">
          <p15:clr>
            <a:srgbClr val="A4A3A4"/>
          </p15:clr>
        </p15:guide>
      </p15:sldGuideLst>
    </p:ext>
    <p:ext uri="GoogleSlidesCustomDataVersion2">
      <go:slidesCustomData xmlns:go="http://customooxmlschemas.google.com/" r:id="rId15" roundtripDataSignature="AMtx7mh2001TWG7DC8uOFyrmOLmQqptC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Nunito-regular.fntdata"/><Relationship Id="rId10" Type="http://schemas.openxmlformats.org/officeDocument/2006/relationships/font" Target="fonts/Roboto-boldItalic.fntdata"/><Relationship Id="rId13" Type="http://schemas.openxmlformats.org/officeDocument/2006/relationships/font" Target="fonts/Nunito-italic.fntdata"/><Relationship Id="rId12" Type="http://schemas.openxmlformats.org/officeDocument/2006/relationships/font" Target="fonts/Nuni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15" Type="http://customschemas.google.com/relationships/presentationmetadata" Target="metadata"/><Relationship Id="rId14"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e47f97513_16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33e47f97513_16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292475" y="10226675"/>
            <a:ext cx="37306250" cy="7054850"/>
          </a:xfrm>
          <a:prstGeom prst="rect">
            <a:avLst/>
          </a:prstGeom>
          <a:noFill/>
          <a:ln>
            <a:noFill/>
          </a:ln>
        </p:spPr>
        <p:txBody>
          <a:bodyPr anchorCtr="0" anchor="ctr" bIns="235125" lIns="470250" spcFirstLastPara="1" rIns="470250" wrap="square" tIns="235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 name="Google Shape;13;p3"/>
          <p:cNvSpPr txBox="1"/>
          <p:nvPr>
            <p:ph idx="1" type="subTitle"/>
          </p:nvPr>
        </p:nvSpPr>
        <p:spPr>
          <a:xfrm>
            <a:off x="6583363" y="18653125"/>
            <a:ext cx="30724475" cy="841375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3300"/>
              </a:spcBef>
              <a:spcAft>
                <a:spcPts val="0"/>
              </a:spcAft>
              <a:buClr>
                <a:schemeClr val="dk1"/>
              </a:buClr>
              <a:buSzPts val="16500"/>
              <a:buFont typeface="Arial"/>
              <a:buNone/>
              <a:defRPr/>
            </a:lvl1pPr>
            <a:lvl2pPr lvl="1" algn="ctr">
              <a:lnSpc>
                <a:spcPct val="100000"/>
              </a:lnSpc>
              <a:spcBef>
                <a:spcPts val="2880"/>
              </a:spcBef>
              <a:spcAft>
                <a:spcPts val="0"/>
              </a:spcAft>
              <a:buClr>
                <a:schemeClr val="dk1"/>
              </a:buClr>
              <a:buSzPts val="14400"/>
              <a:buFont typeface="Arial"/>
              <a:buNone/>
              <a:defRPr/>
            </a:lvl2pPr>
            <a:lvl3pPr lvl="2" algn="ctr">
              <a:lnSpc>
                <a:spcPct val="100000"/>
              </a:lnSpc>
              <a:spcBef>
                <a:spcPts val="2460"/>
              </a:spcBef>
              <a:spcAft>
                <a:spcPts val="0"/>
              </a:spcAft>
              <a:buClr>
                <a:schemeClr val="dk1"/>
              </a:buClr>
              <a:buSzPts val="12300"/>
              <a:buFont typeface="Arial"/>
              <a:buNone/>
              <a:defRPr/>
            </a:lvl3pPr>
            <a:lvl4pPr lvl="3" algn="ctr">
              <a:lnSpc>
                <a:spcPct val="100000"/>
              </a:lnSpc>
              <a:spcBef>
                <a:spcPts val="2080"/>
              </a:spcBef>
              <a:spcAft>
                <a:spcPts val="0"/>
              </a:spcAft>
              <a:buClr>
                <a:schemeClr val="dk1"/>
              </a:buClr>
              <a:buSzPts val="10400"/>
              <a:buFont typeface="Arial"/>
              <a:buNone/>
              <a:defRPr/>
            </a:lvl4pPr>
            <a:lvl5pPr lvl="4" algn="ctr">
              <a:lnSpc>
                <a:spcPct val="100000"/>
              </a:lnSpc>
              <a:spcBef>
                <a:spcPts val="2080"/>
              </a:spcBef>
              <a:spcAft>
                <a:spcPts val="0"/>
              </a:spcAft>
              <a:buClr>
                <a:schemeClr val="dk1"/>
              </a:buClr>
              <a:buSzPts val="10400"/>
              <a:buFont typeface="Arial"/>
              <a:buNone/>
              <a:defRPr/>
            </a:lvl5pPr>
            <a:lvl6pPr lvl="5" algn="ctr">
              <a:lnSpc>
                <a:spcPct val="100000"/>
              </a:lnSpc>
              <a:spcBef>
                <a:spcPts val="2080"/>
              </a:spcBef>
              <a:spcAft>
                <a:spcPts val="0"/>
              </a:spcAft>
              <a:buClr>
                <a:schemeClr val="dk1"/>
              </a:buClr>
              <a:buSzPts val="10400"/>
              <a:buFont typeface="Arial"/>
              <a:buNone/>
              <a:defRPr/>
            </a:lvl6pPr>
            <a:lvl7pPr lvl="6" algn="ctr">
              <a:lnSpc>
                <a:spcPct val="100000"/>
              </a:lnSpc>
              <a:spcBef>
                <a:spcPts val="2080"/>
              </a:spcBef>
              <a:spcAft>
                <a:spcPts val="0"/>
              </a:spcAft>
              <a:buClr>
                <a:schemeClr val="dk1"/>
              </a:buClr>
              <a:buSzPts val="10400"/>
              <a:buFont typeface="Arial"/>
              <a:buNone/>
              <a:defRPr/>
            </a:lvl7pPr>
            <a:lvl8pPr lvl="7" algn="ctr">
              <a:lnSpc>
                <a:spcPct val="100000"/>
              </a:lnSpc>
              <a:spcBef>
                <a:spcPts val="2080"/>
              </a:spcBef>
              <a:spcAft>
                <a:spcPts val="0"/>
              </a:spcAft>
              <a:buClr>
                <a:schemeClr val="dk1"/>
              </a:buClr>
              <a:buSzPts val="10400"/>
              <a:buFont typeface="Arial"/>
              <a:buNone/>
              <a:defRPr/>
            </a:lvl8pPr>
            <a:lvl9pPr lvl="8" algn="ctr">
              <a:lnSpc>
                <a:spcPct val="100000"/>
              </a:lnSpc>
              <a:spcBef>
                <a:spcPts val="2080"/>
              </a:spcBef>
              <a:spcAft>
                <a:spcPts val="0"/>
              </a:spcAft>
              <a:buClr>
                <a:schemeClr val="dk1"/>
              </a:buClr>
              <a:buSzPts val="10400"/>
              <a:buFont typeface="Arial"/>
              <a:buNone/>
              <a:defRPr/>
            </a:lvl9pPr>
          </a:lstStyle>
          <a:p/>
        </p:txBody>
      </p:sp>
      <p:sp>
        <p:nvSpPr>
          <p:cNvPr id="14" name="Google Shape;14;p3"/>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2195513" y="1319213"/>
            <a:ext cx="39501762" cy="5486400"/>
          </a:xfrm>
          <a:prstGeom prst="rect">
            <a:avLst/>
          </a:prstGeom>
          <a:noFill/>
          <a:ln>
            <a:noFill/>
          </a:ln>
        </p:spPr>
        <p:txBody>
          <a:bodyPr anchorCtr="0" anchor="ctr" bIns="235125" lIns="470250" spcFirstLastPara="1" rIns="470250" wrap="square" tIns="235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 name="Google Shape;19;p4"/>
          <p:cNvSpPr txBox="1"/>
          <p:nvPr>
            <p:ph idx="1" type="body"/>
          </p:nvPr>
        </p:nvSpPr>
        <p:spPr>
          <a:xfrm>
            <a:off x="2195513" y="7681913"/>
            <a:ext cx="39501762" cy="21724938"/>
          </a:xfrm>
          <a:prstGeom prst="rect">
            <a:avLst/>
          </a:prstGeom>
          <a:noFill/>
          <a:ln>
            <a:noFill/>
          </a:ln>
        </p:spPr>
        <p:txBody>
          <a:bodyPr anchorCtr="0" anchor="t" bIns="235125" lIns="470250" spcFirstLastPara="1" rIns="470250" wrap="square" tIns="235125">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4"/>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3467100" y="21153438"/>
            <a:ext cx="37307838" cy="6537325"/>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 name="Google Shape;25;p5"/>
          <p:cNvSpPr txBox="1"/>
          <p:nvPr>
            <p:ph idx="1" type="body"/>
          </p:nvPr>
        </p:nvSpPr>
        <p:spPr>
          <a:xfrm>
            <a:off x="3467100" y="13952538"/>
            <a:ext cx="37307838" cy="7200900"/>
          </a:xfrm>
          <a:prstGeom prst="rect">
            <a:avLst/>
          </a:prstGeom>
          <a:noFill/>
          <a:ln>
            <a:noFill/>
          </a:ln>
        </p:spPr>
        <p:txBody>
          <a:bodyPr anchorCtr="0" anchor="b" bIns="235125" lIns="470250" spcFirstLastPara="1" rIns="470250" wrap="square" tIns="235125">
            <a:no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360"/>
              </a:spcBef>
              <a:spcAft>
                <a:spcPts val="0"/>
              </a:spcAft>
              <a:buClr>
                <a:schemeClr val="dk1"/>
              </a:buClr>
              <a:buSzPts val="1800"/>
              <a:buFont typeface="Arial"/>
              <a:buNone/>
              <a:defRPr sz="1800"/>
            </a:lvl2pPr>
            <a:lvl3pPr indent="-228600" lvl="2" marL="1371600" algn="l">
              <a:lnSpc>
                <a:spcPct val="100000"/>
              </a:lnSpc>
              <a:spcBef>
                <a:spcPts val="320"/>
              </a:spcBef>
              <a:spcAft>
                <a:spcPts val="0"/>
              </a:spcAft>
              <a:buClr>
                <a:schemeClr val="dk1"/>
              </a:buClr>
              <a:buSzPts val="1600"/>
              <a:buFont typeface="Arial"/>
              <a:buNone/>
              <a:defRPr sz="1600"/>
            </a:lvl3pPr>
            <a:lvl4pPr indent="-228600" lvl="3" marL="1828800" algn="l">
              <a:lnSpc>
                <a:spcPct val="100000"/>
              </a:lnSpc>
              <a:spcBef>
                <a:spcPts val="280"/>
              </a:spcBef>
              <a:spcAft>
                <a:spcPts val="0"/>
              </a:spcAft>
              <a:buClr>
                <a:schemeClr val="dk1"/>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26" name="Google Shape;26;p5"/>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2195513" y="1319213"/>
            <a:ext cx="39501762" cy="5486400"/>
          </a:xfrm>
          <a:prstGeom prst="rect">
            <a:avLst/>
          </a:prstGeom>
          <a:noFill/>
          <a:ln>
            <a:noFill/>
          </a:ln>
        </p:spPr>
        <p:txBody>
          <a:bodyPr anchorCtr="0" anchor="ctr" bIns="235125" lIns="470250" spcFirstLastPara="1" rIns="470250" wrap="square" tIns="235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 name="Google Shape;31;p6"/>
          <p:cNvSpPr txBox="1"/>
          <p:nvPr>
            <p:ph idx="1" type="body"/>
          </p:nvPr>
        </p:nvSpPr>
        <p:spPr>
          <a:xfrm>
            <a:off x="2195513" y="7681913"/>
            <a:ext cx="19673888" cy="21724938"/>
          </a:xfrm>
          <a:prstGeom prst="rect">
            <a:avLst/>
          </a:prstGeom>
          <a:noFill/>
          <a:ln>
            <a:noFill/>
          </a:ln>
        </p:spPr>
        <p:txBody>
          <a:bodyPr anchorCtr="0" anchor="t" bIns="235125" lIns="470250" spcFirstLastPara="1" rIns="470250" wrap="square" tIns="235125">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32" name="Google Shape;32;p6"/>
          <p:cNvSpPr txBox="1"/>
          <p:nvPr>
            <p:ph idx="2" type="body"/>
          </p:nvPr>
        </p:nvSpPr>
        <p:spPr>
          <a:xfrm>
            <a:off x="22021800" y="7681913"/>
            <a:ext cx="19675475" cy="21724938"/>
          </a:xfrm>
          <a:prstGeom prst="rect">
            <a:avLst/>
          </a:prstGeom>
          <a:noFill/>
          <a:ln>
            <a:noFill/>
          </a:ln>
        </p:spPr>
        <p:txBody>
          <a:bodyPr anchorCtr="0" anchor="t" bIns="235125" lIns="470250" spcFirstLastPara="1" rIns="470250" wrap="square" tIns="235125">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33" name="Google Shape;33;p6"/>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2193925" y="1317625"/>
            <a:ext cx="39503350" cy="5486400"/>
          </a:xfrm>
          <a:prstGeom prst="rect">
            <a:avLst/>
          </a:prstGeom>
          <a:noFill/>
          <a:ln>
            <a:noFill/>
          </a:ln>
        </p:spPr>
        <p:txBody>
          <a:bodyPr anchorCtr="0" anchor="ctr" bIns="235125" lIns="470250" spcFirstLastPara="1" rIns="470250" wrap="square" tIns="235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7"/>
          <p:cNvSpPr txBox="1"/>
          <p:nvPr>
            <p:ph idx="1" type="body"/>
          </p:nvPr>
        </p:nvSpPr>
        <p:spPr>
          <a:xfrm>
            <a:off x="2193925" y="7369175"/>
            <a:ext cx="19392900" cy="3070225"/>
          </a:xfrm>
          <a:prstGeom prst="rect">
            <a:avLst/>
          </a:prstGeom>
          <a:noFill/>
          <a:ln>
            <a:noFill/>
          </a:ln>
        </p:spPr>
        <p:txBody>
          <a:bodyPr anchorCtr="0" anchor="b" bIns="235125" lIns="470250" spcFirstLastPara="1" rIns="470250" wrap="square" tIns="235125">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39" name="Google Shape;39;p7"/>
          <p:cNvSpPr txBox="1"/>
          <p:nvPr>
            <p:ph idx="2" type="body"/>
          </p:nvPr>
        </p:nvSpPr>
        <p:spPr>
          <a:xfrm>
            <a:off x="2193925" y="10439400"/>
            <a:ext cx="19392900" cy="18965862"/>
          </a:xfrm>
          <a:prstGeom prst="rect">
            <a:avLst/>
          </a:prstGeom>
          <a:noFill/>
          <a:ln>
            <a:noFill/>
          </a:ln>
        </p:spPr>
        <p:txBody>
          <a:bodyPr anchorCtr="0" anchor="t" bIns="235125" lIns="470250" spcFirstLastPara="1" rIns="470250" wrap="square" tIns="235125">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40" name="Google Shape;40;p7"/>
          <p:cNvSpPr txBox="1"/>
          <p:nvPr>
            <p:ph idx="3" type="body"/>
          </p:nvPr>
        </p:nvSpPr>
        <p:spPr>
          <a:xfrm>
            <a:off x="22296438" y="7369175"/>
            <a:ext cx="19400838" cy="3070225"/>
          </a:xfrm>
          <a:prstGeom prst="rect">
            <a:avLst/>
          </a:prstGeom>
          <a:noFill/>
          <a:ln>
            <a:noFill/>
          </a:ln>
        </p:spPr>
        <p:txBody>
          <a:bodyPr anchorCtr="0" anchor="b" bIns="235125" lIns="470250" spcFirstLastPara="1" rIns="470250" wrap="square" tIns="235125">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41" name="Google Shape;41;p7"/>
          <p:cNvSpPr txBox="1"/>
          <p:nvPr>
            <p:ph idx="4" type="body"/>
          </p:nvPr>
        </p:nvSpPr>
        <p:spPr>
          <a:xfrm>
            <a:off x="22296438" y="10439400"/>
            <a:ext cx="19400838" cy="18965862"/>
          </a:xfrm>
          <a:prstGeom prst="rect">
            <a:avLst/>
          </a:prstGeom>
          <a:noFill/>
          <a:ln>
            <a:noFill/>
          </a:ln>
        </p:spPr>
        <p:txBody>
          <a:bodyPr anchorCtr="0" anchor="t" bIns="235125" lIns="470250" spcFirstLastPara="1" rIns="470250" wrap="square" tIns="235125">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42" name="Google Shape;42;p7"/>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2195513" y="1319213"/>
            <a:ext cx="39501762" cy="5486400"/>
          </a:xfrm>
          <a:prstGeom prst="rect">
            <a:avLst/>
          </a:prstGeom>
          <a:noFill/>
          <a:ln>
            <a:noFill/>
          </a:ln>
        </p:spPr>
        <p:txBody>
          <a:bodyPr anchorCtr="0" anchor="ctr" bIns="235125" lIns="470250" spcFirstLastPara="1" rIns="470250" wrap="square" tIns="235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 name="Google Shape;47;p8"/>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8"/>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2193925" y="1311275"/>
            <a:ext cx="14439900" cy="5576888"/>
          </a:xfrm>
          <a:prstGeom prst="rect">
            <a:avLst/>
          </a:prstGeom>
          <a:noFill/>
          <a:ln>
            <a:noFill/>
          </a:ln>
        </p:spPr>
        <p:txBody>
          <a:bodyPr anchorCtr="0" anchor="b" bIns="235125" lIns="470250" spcFirstLastPara="1" rIns="470250" wrap="square" tIns="235125">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 name="Google Shape;56;p10"/>
          <p:cNvSpPr txBox="1"/>
          <p:nvPr>
            <p:ph idx="1" type="body"/>
          </p:nvPr>
        </p:nvSpPr>
        <p:spPr>
          <a:xfrm>
            <a:off x="17160875" y="1311275"/>
            <a:ext cx="24536400" cy="28093988"/>
          </a:xfrm>
          <a:prstGeom prst="rect">
            <a:avLst/>
          </a:prstGeom>
          <a:noFill/>
          <a:ln>
            <a:noFill/>
          </a:ln>
        </p:spPr>
        <p:txBody>
          <a:bodyPr anchorCtr="0" anchor="t" bIns="235125" lIns="470250" spcFirstLastPara="1" rIns="470250" wrap="square" tIns="235125">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57" name="Google Shape;57;p10"/>
          <p:cNvSpPr txBox="1"/>
          <p:nvPr>
            <p:ph idx="2" type="body"/>
          </p:nvPr>
        </p:nvSpPr>
        <p:spPr>
          <a:xfrm>
            <a:off x="2193925" y="6888163"/>
            <a:ext cx="14439900" cy="22517100"/>
          </a:xfrm>
          <a:prstGeom prst="rect">
            <a:avLst/>
          </a:prstGeom>
          <a:noFill/>
          <a:ln>
            <a:noFill/>
          </a:ln>
        </p:spPr>
        <p:txBody>
          <a:bodyPr anchorCtr="0" anchor="t" bIns="235125" lIns="470250" spcFirstLastPara="1" rIns="470250" wrap="square" tIns="235125">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58" name="Google Shape;58;p10"/>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0"/>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8602663" y="23042562"/>
            <a:ext cx="26335038" cy="2720975"/>
          </a:xfrm>
          <a:prstGeom prst="rect">
            <a:avLst/>
          </a:prstGeom>
          <a:noFill/>
          <a:ln>
            <a:noFill/>
          </a:ln>
        </p:spPr>
        <p:txBody>
          <a:bodyPr anchorCtr="0" anchor="b" bIns="235125" lIns="470250" spcFirstLastPara="1" rIns="470250" wrap="square" tIns="235125">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11"/>
          <p:cNvSpPr/>
          <p:nvPr>
            <p:ph idx="2" type="pic"/>
          </p:nvPr>
        </p:nvSpPr>
        <p:spPr>
          <a:xfrm>
            <a:off x="8602663" y="2941638"/>
            <a:ext cx="26334900" cy="19750200"/>
          </a:xfrm>
          <a:prstGeom prst="rect">
            <a:avLst/>
          </a:prstGeom>
          <a:noFill/>
          <a:ln>
            <a:noFill/>
          </a:ln>
        </p:spPr>
      </p:sp>
      <p:sp>
        <p:nvSpPr>
          <p:cNvPr id="64" name="Google Shape;64;p11"/>
          <p:cNvSpPr txBox="1"/>
          <p:nvPr>
            <p:ph idx="1" type="body"/>
          </p:nvPr>
        </p:nvSpPr>
        <p:spPr>
          <a:xfrm>
            <a:off x="8602663" y="25763538"/>
            <a:ext cx="26335038" cy="3862387"/>
          </a:xfrm>
          <a:prstGeom prst="rect">
            <a:avLst/>
          </a:prstGeom>
          <a:noFill/>
          <a:ln>
            <a:noFill/>
          </a:ln>
        </p:spPr>
        <p:txBody>
          <a:bodyPr anchorCtr="0" anchor="t" bIns="235125" lIns="470250" spcFirstLastPara="1" rIns="470250" wrap="square" tIns="235125">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65" name="Google Shape;65;p11"/>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2195513" y="1319213"/>
            <a:ext cx="39501762" cy="5486400"/>
          </a:xfrm>
          <a:prstGeom prst="rect">
            <a:avLst/>
          </a:prstGeom>
          <a:noFill/>
          <a:ln>
            <a:noFill/>
          </a:ln>
        </p:spPr>
        <p:txBody>
          <a:bodyPr anchorCtr="0" anchor="ctr" bIns="235125" lIns="470250" spcFirstLastPara="1" rIns="470250" wrap="square" tIns="235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 name="Google Shape;70;p12"/>
          <p:cNvSpPr txBox="1"/>
          <p:nvPr>
            <p:ph idx="1" type="body"/>
          </p:nvPr>
        </p:nvSpPr>
        <p:spPr>
          <a:xfrm rot="5400000">
            <a:off x="11083925" y="-1206499"/>
            <a:ext cx="21724938" cy="39501762"/>
          </a:xfrm>
          <a:prstGeom prst="rect">
            <a:avLst/>
          </a:prstGeom>
          <a:noFill/>
          <a:ln>
            <a:noFill/>
          </a:ln>
        </p:spPr>
        <p:txBody>
          <a:bodyPr anchorCtr="0" anchor="t" bIns="235125" lIns="470250" spcFirstLastPara="1" rIns="470250" wrap="square" tIns="235125">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22716331" y="10425907"/>
            <a:ext cx="28087638" cy="9874250"/>
          </a:xfrm>
          <a:prstGeom prst="rect">
            <a:avLst/>
          </a:prstGeom>
          <a:noFill/>
          <a:ln>
            <a:noFill/>
          </a:ln>
        </p:spPr>
        <p:txBody>
          <a:bodyPr anchorCtr="0" anchor="ctr" bIns="235125" lIns="470250" spcFirstLastPara="1" rIns="470250" wrap="square" tIns="2351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13"/>
          <p:cNvSpPr txBox="1"/>
          <p:nvPr>
            <p:ph idx="1" type="body"/>
          </p:nvPr>
        </p:nvSpPr>
        <p:spPr>
          <a:xfrm rot="5400000">
            <a:off x="2889250" y="625476"/>
            <a:ext cx="28087638" cy="29475112"/>
          </a:xfrm>
          <a:prstGeom prst="rect">
            <a:avLst/>
          </a:prstGeom>
          <a:noFill/>
          <a:ln>
            <a:noFill/>
          </a:ln>
        </p:spPr>
        <p:txBody>
          <a:bodyPr anchorCtr="0" anchor="t" bIns="235125" lIns="470250" spcFirstLastPara="1" rIns="470250" wrap="square" tIns="235125">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3"/>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195513" y="1319213"/>
            <a:ext cx="39501762" cy="5486400"/>
          </a:xfrm>
          <a:prstGeom prst="rect">
            <a:avLst/>
          </a:prstGeom>
          <a:noFill/>
          <a:ln>
            <a:noFill/>
          </a:ln>
        </p:spPr>
        <p:txBody>
          <a:bodyPr anchorCtr="0" anchor="ctr" bIns="235125" lIns="470250" spcFirstLastPara="1" rIns="470250" wrap="square" tIns="235125">
            <a:noAutofit/>
          </a:bodyPr>
          <a:lstStyle>
            <a:lvl1pPr lvl="0" marR="0" rtl="0" algn="ctr">
              <a:lnSpc>
                <a:spcPct val="100000"/>
              </a:lnSpc>
              <a:spcBef>
                <a:spcPts val="0"/>
              </a:spcBef>
              <a:spcAft>
                <a:spcPts val="0"/>
              </a:spcAft>
              <a:buClr>
                <a:srgbClr val="000000"/>
              </a:buClr>
              <a:buSzPts val="1400"/>
              <a:buFont typeface="Arial"/>
              <a:buNone/>
              <a:defRPr b="0" i="0" sz="227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227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227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227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227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227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227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227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22700" u="none" cap="none" strike="noStrike">
                <a:solidFill>
                  <a:schemeClr val="dk2"/>
                </a:solidFill>
                <a:latin typeface="Arial"/>
                <a:ea typeface="Arial"/>
                <a:cs typeface="Arial"/>
                <a:sym typeface="Arial"/>
              </a:defRPr>
            </a:lvl9pPr>
          </a:lstStyle>
          <a:p/>
        </p:txBody>
      </p:sp>
      <p:sp>
        <p:nvSpPr>
          <p:cNvPr id="7" name="Google Shape;7;p2"/>
          <p:cNvSpPr txBox="1"/>
          <p:nvPr>
            <p:ph idx="1" type="body"/>
          </p:nvPr>
        </p:nvSpPr>
        <p:spPr>
          <a:xfrm>
            <a:off x="2195513" y="7681913"/>
            <a:ext cx="39501762" cy="21724938"/>
          </a:xfrm>
          <a:prstGeom prst="rect">
            <a:avLst/>
          </a:prstGeom>
          <a:noFill/>
          <a:ln>
            <a:noFill/>
          </a:ln>
        </p:spPr>
        <p:txBody>
          <a:bodyPr anchorCtr="0" anchor="t" bIns="235125" lIns="470250" spcFirstLastPara="1" rIns="470250" wrap="square" tIns="235125">
            <a:noAutofit/>
          </a:bodyPr>
          <a:lstStyle>
            <a:lvl1pPr indent="-1276350" lvl="0" marL="457200" marR="0" rtl="0" algn="l">
              <a:lnSpc>
                <a:spcPct val="100000"/>
              </a:lnSpc>
              <a:spcBef>
                <a:spcPts val="3300"/>
              </a:spcBef>
              <a:spcAft>
                <a:spcPts val="0"/>
              </a:spcAft>
              <a:buClr>
                <a:schemeClr val="dk1"/>
              </a:buClr>
              <a:buSzPts val="16500"/>
              <a:buFont typeface="Arial"/>
              <a:buChar char="•"/>
              <a:defRPr b="0" i="0" sz="16500" u="none" cap="none" strike="noStrike">
                <a:solidFill>
                  <a:schemeClr val="dk1"/>
                </a:solidFill>
                <a:latin typeface="Arial"/>
                <a:ea typeface="Arial"/>
                <a:cs typeface="Arial"/>
                <a:sym typeface="Arial"/>
              </a:defRPr>
            </a:lvl1pPr>
            <a:lvl2pPr indent="-1143000" lvl="1" marL="914400" marR="0" rtl="0" algn="l">
              <a:lnSpc>
                <a:spcPct val="100000"/>
              </a:lnSpc>
              <a:spcBef>
                <a:spcPts val="2880"/>
              </a:spcBef>
              <a:spcAft>
                <a:spcPts val="0"/>
              </a:spcAft>
              <a:buClr>
                <a:schemeClr val="dk1"/>
              </a:buClr>
              <a:buSzPts val="14400"/>
              <a:buFont typeface="Arial"/>
              <a:buChar char="–"/>
              <a:defRPr b="0" i="0" sz="14400" u="none" cap="none" strike="noStrike">
                <a:solidFill>
                  <a:schemeClr val="dk1"/>
                </a:solidFill>
                <a:latin typeface="Arial"/>
                <a:ea typeface="Arial"/>
                <a:cs typeface="Arial"/>
                <a:sym typeface="Arial"/>
              </a:defRPr>
            </a:lvl2pPr>
            <a:lvl3pPr indent="-1009650" lvl="2" marL="1371600" marR="0" rtl="0" algn="l">
              <a:lnSpc>
                <a:spcPct val="100000"/>
              </a:lnSpc>
              <a:spcBef>
                <a:spcPts val="2460"/>
              </a:spcBef>
              <a:spcAft>
                <a:spcPts val="0"/>
              </a:spcAft>
              <a:buClr>
                <a:schemeClr val="dk1"/>
              </a:buClr>
              <a:buSzPts val="12300"/>
              <a:buFont typeface="Arial"/>
              <a:buChar char="•"/>
              <a:defRPr b="0" i="0" sz="12300" u="none" cap="none" strike="noStrike">
                <a:solidFill>
                  <a:schemeClr val="dk1"/>
                </a:solidFill>
                <a:latin typeface="Arial"/>
                <a:ea typeface="Arial"/>
                <a:cs typeface="Arial"/>
                <a:sym typeface="Arial"/>
              </a:defRPr>
            </a:lvl3pPr>
            <a:lvl4pPr indent="-889000" lvl="3" marL="1828800" marR="0" rtl="0" algn="l">
              <a:lnSpc>
                <a:spcPct val="100000"/>
              </a:lnSpc>
              <a:spcBef>
                <a:spcPts val="2080"/>
              </a:spcBef>
              <a:spcAft>
                <a:spcPts val="0"/>
              </a:spcAft>
              <a:buClr>
                <a:schemeClr val="dk1"/>
              </a:buClr>
              <a:buSzPts val="10400"/>
              <a:buFont typeface="Arial"/>
              <a:buChar char="–"/>
              <a:defRPr b="0" i="0" sz="10400" u="none" cap="none" strike="noStrike">
                <a:solidFill>
                  <a:schemeClr val="dk1"/>
                </a:solidFill>
                <a:latin typeface="Arial"/>
                <a:ea typeface="Arial"/>
                <a:cs typeface="Arial"/>
                <a:sym typeface="Arial"/>
              </a:defRPr>
            </a:lvl4pPr>
            <a:lvl5pPr indent="-889000" lvl="4" marL="2286000" marR="0" rtl="0" algn="l">
              <a:lnSpc>
                <a:spcPct val="100000"/>
              </a:lnSpc>
              <a:spcBef>
                <a:spcPts val="2080"/>
              </a:spcBef>
              <a:spcAft>
                <a:spcPts val="0"/>
              </a:spcAft>
              <a:buClr>
                <a:schemeClr val="dk1"/>
              </a:buClr>
              <a:buSzPts val="10400"/>
              <a:buFont typeface="Arial"/>
              <a:buChar char="»"/>
              <a:defRPr b="0" i="0" sz="10400" u="none" cap="none" strike="noStrike">
                <a:solidFill>
                  <a:schemeClr val="dk1"/>
                </a:solidFill>
                <a:latin typeface="Arial"/>
                <a:ea typeface="Arial"/>
                <a:cs typeface="Arial"/>
                <a:sym typeface="Arial"/>
              </a:defRPr>
            </a:lvl5pPr>
            <a:lvl6pPr indent="-889000" lvl="5" marL="2743200" marR="0" rtl="0" algn="l">
              <a:lnSpc>
                <a:spcPct val="100000"/>
              </a:lnSpc>
              <a:spcBef>
                <a:spcPts val="2080"/>
              </a:spcBef>
              <a:spcAft>
                <a:spcPts val="0"/>
              </a:spcAft>
              <a:buClr>
                <a:schemeClr val="dk1"/>
              </a:buClr>
              <a:buSzPts val="10400"/>
              <a:buFont typeface="Arial"/>
              <a:buChar char="»"/>
              <a:defRPr b="0" i="0" sz="10400" u="none" cap="none" strike="noStrike">
                <a:solidFill>
                  <a:schemeClr val="dk1"/>
                </a:solidFill>
                <a:latin typeface="Arial"/>
                <a:ea typeface="Arial"/>
                <a:cs typeface="Arial"/>
                <a:sym typeface="Arial"/>
              </a:defRPr>
            </a:lvl6pPr>
            <a:lvl7pPr indent="-889000" lvl="6" marL="3200400" marR="0" rtl="0" algn="l">
              <a:lnSpc>
                <a:spcPct val="100000"/>
              </a:lnSpc>
              <a:spcBef>
                <a:spcPts val="2080"/>
              </a:spcBef>
              <a:spcAft>
                <a:spcPts val="0"/>
              </a:spcAft>
              <a:buClr>
                <a:schemeClr val="dk1"/>
              </a:buClr>
              <a:buSzPts val="10400"/>
              <a:buFont typeface="Arial"/>
              <a:buChar char="»"/>
              <a:defRPr b="0" i="0" sz="10400" u="none" cap="none" strike="noStrike">
                <a:solidFill>
                  <a:schemeClr val="dk1"/>
                </a:solidFill>
                <a:latin typeface="Arial"/>
                <a:ea typeface="Arial"/>
                <a:cs typeface="Arial"/>
                <a:sym typeface="Arial"/>
              </a:defRPr>
            </a:lvl7pPr>
            <a:lvl8pPr indent="-889000" lvl="7" marL="3657600" marR="0" rtl="0" algn="l">
              <a:lnSpc>
                <a:spcPct val="100000"/>
              </a:lnSpc>
              <a:spcBef>
                <a:spcPts val="2080"/>
              </a:spcBef>
              <a:spcAft>
                <a:spcPts val="0"/>
              </a:spcAft>
              <a:buClr>
                <a:schemeClr val="dk1"/>
              </a:buClr>
              <a:buSzPts val="10400"/>
              <a:buFont typeface="Arial"/>
              <a:buChar char="»"/>
              <a:defRPr b="0" i="0" sz="10400" u="none" cap="none" strike="noStrike">
                <a:solidFill>
                  <a:schemeClr val="dk1"/>
                </a:solidFill>
                <a:latin typeface="Arial"/>
                <a:ea typeface="Arial"/>
                <a:cs typeface="Arial"/>
                <a:sym typeface="Arial"/>
              </a:defRPr>
            </a:lvl8pPr>
            <a:lvl9pPr indent="-889000" lvl="8" marL="4114800" marR="0" rtl="0" algn="l">
              <a:lnSpc>
                <a:spcPct val="100000"/>
              </a:lnSpc>
              <a:spcBef>
                <a:spcPts val="2080"/>
              </a:spcBef>
              <a:spcAft>
                <a:spcPts val="0"/>
              </a:spcAft>
              <a:buClr>
                <a:schemeClr val="dk1"/>
              </a:buClr>
              <a:buSzPts val="10400"/>
              <a:buFont typeface="Arial"/>
              <a:buChar char="»"/>
              <a:defRPr b="0" i="0" sz="10400" u="none" cap="none" strike="noStrike">
                <a:solidFill>
                  <a:schemeClr val="dk1"/>
                </a:solidFill>
                <a:latin typeface="Arial"/>
                <a:ea typeface="Arial"/>
                <a:cs typeface="Arial"/>
                <a:sym typeface="Arial"/>
              </a:defRPr>
            </a:lvl9pPr>
          </a:lstStyle>
          <a:p/>
        </p:txBody>
      </p:sp>
      <p:sp>
        <p:nvSpPr>
          <p:cNvPr id="8" name="Google Shape;8;p2"/>
          <p:cNvSpPr txBox="1"/>
          <p:nvPr>
            <p:ph idx="10" type="dt"/>
          </p:nvPr>
        </p:nvSpPr>
        <p:spPr>
          <a:xfrm>
            <a:off x="2195513" y="29978350"/>
            <a:ext cx="10240962" cy="2286000"/>
          </a:xfrm>
          <a:prstGeom prst="rect">
            <a:avLst/>
          </a:prstGeom>
          <a:noFill/>
          <a:ln>
            <a:noFill/>
          </a:ln>
        </p:spPr>
        <p:txBody>
          <a:bodyPr anchorCtr="0" anchor="t" bIns="235125" lIns="470250" spcFirstLastPara="1" rIns="470250" wrap="square" tIns="235125">
            <a:noAutofit/>
          </a:bodyPr>
          <a:lstStyle>
            <a:lvl1pPr lvl="0" marR="0" rtl="0" algn="l">
              <a:lnSpc>
                <a:spcPct val="100000"/>
              </a:lnSpc>
              <a:spcBef>
                <a:spcPts val="0"/>
              </a:spcBef>
              <a:spcAft>
                <a:spcPts val="0"/>
              </a:spcAft>
              <a:buClr>
                <a:srgbClr val="000000"/>
              </a:buClr>
              <a:buSzPts val="1400"/>
              <a:buFont typeface="Arial"/>
              <a:buNone/>
              <a:defRPr b="0" i="0" sz="7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9pPr>
          </a:lstStyle>
          <a:p/>
        </p:txBody>
      </p:sp>
      <p:sp>
        <p:nvSpPr>
          <p:cNvPr id="9" name="Google Shape;9;p2"/>
          <p:cNvSpPr txBox="1"/>
          <p:nvPr>
            <p:ph idx="11" type="ftr"/>
          </p:nvPr>
        </p:nvSpPr>
        <p:spPr>
          <a:xfrm>
            <a:off x="14997112" y="29978350"/>
            <a:ext cx="13898562" cy="2286000"/>
          </a:xfrm>
          <a:prstGeom prst="rect">
            <a:avLst/>
          </a:prstGeom>
          <a:noFill/>
          <a:ln>
            <a:noFill/>
          </a:ln>
        </p:spPr>
        <p:txBody>
          <a:bodyPr anchorCtr="0" anchor="t" bIns="235125" lIns="470250" spcFirstLastPara="1" rIns="470250" wrap="square" tIns="235125">
            <a:noAutofit/>
          </a:bodyPr>
          <a:lstStyle>
            <a:lvl1pPr lvl="0" marR="0" rtl="0" algn="ctr">
              <a:lnSpc>
                <a:spcPct val="100000"/>
              </a:lnSpc>
              <a:spcBef>
                <a:spcPts val="0"/>
              </a:spcBef>
              <a:spcAft>
                <a:spcPts val="0"/>
              </a:spcAft>
              <a:buClr>
                <a:srgbClr val="000000"/>
              </a:buClr>
              <a:buSzPts val="1400"/>
              <a:buFont typeface="Arial"/>
              <a:buNone/>
              <a:defRPr b="0" i="0" sz="7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3000" u="none" cap="none" strike="noStrike">
                <a:solidFill>
                  <a:schemeClr val="dk1"/>
                </a:solidFill>
                <a:latin typeface="Arial"/>
                <a:ea typeface="Arial"/>
                <a:cs typeface="Arial"/>
                <a:sym typeface="Arial"/>
              </a:defRPr>
            </a:lvl9pPr>
          </a:lstStyle>
          <a:p/>
        </p:txBody>
      </p:sp>
      <p:sp>
        <p:nvSpPr>
          <p:cNvPr id="10" name="Google Shape;10;p2"/>
          <p:cNvSpPr txBox="1"/>
          <p:nvPr>
            <p:ph idx="12" type="sldNum"/>
          </p:nvPr>
        </p:nvSpPr>
        <p:spPr>
          <a:xfrm>
            <a:off x="31456312" y="29978350"/>
            <a:ext cx="10240962" cy="2286000"/>
          </a:xfrm>
          <a:prstGeom prst="rect">
            <a:avLst/>
          </a:prstGeom>
          <a:noFill/>
          <a:ln>
            <a:noFill/>
          </a:ln>
        </p:spPr>
        <p:txBody>
          <a:bodyPr anchorCtr="0" anchor="t" bIns="235125" lIns="470250" spcFirstLastPara="1" rIns="470250" wrap="square" tIns="235125">
            <a:noAutofit/>
          </a:bodyPr>
          <a:lstStyle>
            <a:lvl1pPr indent="0" lvl="0" marL="0" marR="0" rtl="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200"/>
              <a:buFont typeface="Arial"/>
              <a:buNone/>
              <a:defRPr b="0" i="0" sz="7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15.png"/><Relationship Id="rId11" Type="http://schemas.openxmlformats.org/officeDocument/2006/relationships/image" Target="../media/image19.png"/><Relationship Id="rId10" Type="http://schemas.openxmlformats.org/officeDocument/2006/relationships/image" Target="../media/image13.png"/><Relationship Id="rId21" Type="http://schemas.openxmlformats.org/officeDocument/2006/relationships/image" Target="../media/image9.png"/><Relationship Id="rId13" Type="http://schemas.openxmlformats.org/officeDocument/2006/relationships/image" Target="../media/image14.png"/><Relationship Id="rId12"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4.png"/><Relationship Id="rId9" Type="http://schemas.openxmlformats.org/officeDocument/2006/relationships/image" Target="../media/image1.png"/><Relationship Id="rId15" Type="http://schemas.openxmlformats.org/officeDocument/2006/relationships/image" Target="../media/image10.png"/><Relationship Id="rId14" Type="http://schemas.openxmlformats.org/officeDocument/2006/relationships/image" Target="../media/image6.png"/><Relationship Id="rId17" Type="http://schemas.openxmlformats.org/officeDocument/2006/relationships/image" Target="../media/image3.png"/><Relationship Id="rId16" Type="http://schemas.openxmlformats.org/officeDocument/2006/relationships/image" Target="../media/image11.png"/><Relationship Id="rId5" Type="http://schemas.openxmlformats.org/officeDocument/2006/relationships/image" Target="../media/image5.png"/><Relationship Id="rId19" Type="http://schemas.openxmlformats.org/officeDocument/2006/relationships/image" Target="../media/image16.png"/><Relationship Id="rId6" Type="http://schemas.openxmlformats.org/officeDocument/2006/relationships/image" Target="../media/image8.png"/><Relationship Id="rId18" Type="http://schemas.openxmlformats.org/officeDocument/2006/relationships/image" Target="../media/image17.png"/><Relationship Id="rId7" Type="http://schemas.openxmlformats.org/officeDocument/2006/relationships/image" Target="../media/image2.png"/><Relationship Id="rId8"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g33e47f97513_16_3"/>
          <p:cNvSpPr/>
          <p:nvPr/>
        </p:nvSpPr>
        <p:spPr>
          <a:xfrm>
            <a:off x="0" y="50"/>
            <a:ext cx="43891200" cy="5463600"/>
          </a:xfrm>
          <a:prstGeom prst="rect">
            <a:avLst/>
          </a:prstGeom>
          <a:solidFill>
            <a:srgbClr val="1482A5"/>
          </a:solidFill>
          <a:ln>
            <a:noFill/>
          </a:ln>
        </p:spPr>
        <p:txBody>
          <a:bodyPr anchorCtr="0" anchor="ctr" bIns="68575" lIns="137150" spcFirstLastPara="1" rIns="137150" wrap="square" tIns="68575">
            <a:noAutofit/>
          </a:bodyPr>
          <a:lstStyle/>
          <a:p>
            <a:pPr indent="0" lvl="0" marL="0" marR="0" rtl="0" algn="ctr">
              <a:lnSpc>
                <a:spcPct val="100000"/>
              </a:lnSpc>
              <a:spcBef>
                <a:spcPts val="0"/>
              </a:spcBef>
              <a:spcAft>
                <a:spcPts val="0"/>
              </a:spcAft>
              <a:buClr>
                <a:srgbClr val="000000"/>
              </a:buClr>
              <a:buSzPts val="4800"/>
              <a:buFont typeface="Arial"/>
              <a:buNone/>
            </a:pPr>
            <a:r>
              <a:t/>
            </a:r>
            <a:endParaRPr b="0" i="0" sz="4800" u="none" cap="none" strike="noStrike">
              <a:solidFill>
                <a:schemeClr val="lt1"/>
              </a:solidFill>
              <a:latin typeface="Arial"/>
              <a:ea typeface="Arial"/>
              <a:cs typeface="Arial"/>
              <a:sym typeface="Arial"/>
            </a:endParaRPr>
          </a:p>
        </p:txBody>
      </p:sp>
      <p:sp>
        <p:nvSpPr>
          <p:cNvPr id="85" name="Google Shape;85;g33e47f97513_16_3"/>
          <p:cNvSpPr txBox="1"/>
          <p:nvPr/>
        </p:nvSpPr>
        <p:spPr>
          <a:xfrm>
            <a:off x="8125900" y="657350"/>
            <a:ext cx="30251400" cy="2857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1700"/>
              </a:spcBef>
              <a:spcAft>
                <a:spcPts val="0"/>
              </a:spcAft>
              <a:buClr>
                <a:schemeClr val="lt1"/>
              </a:buClr>
              <a:buSzPts val="8500"/>
              <a:buFont typeface="Nunito Black"/>
              <a:buNone/>
            </a:pPr>
            <a:r>
              <a:rPr b="1" lang="en-US" sz="7800">
                <a:solidFill>
                  <a:schemeClr val="lt1"/>
                </a:solidFill>
                <a:latin typeface="Times New Roman"/>
                <a:ea typeface="Times New Roman"/>
                <a:cs typeface="Times New Roman"/>
                <a:sym typeface="Times New Roman"/>
              </a:rPr>
              <a:t>Vibe - Acoustic Feature Based Speech Emotion Recognition</a:t>
            </a:r>
            <a:r>
              <a:rPr b="1" i="0" lang="en-US" sz="7600" u="none" cap="none" strike="noStrike">
                <a:solidFill>
                  <a:schemeClr val="lt1"/>
                </a:solidFill>
                <a:latin typeface="Times New Roman"/>
                <a:ea typeface="Times New Roman"/>
                <a:cs typeface="Times New Roman"/>
                <a:sym typeface="Times New Roman"/>
              </a:rPr>
              <a:t>  </a:t>
            </a:r>
            <a:endParaRPr b="1" i="0" sz="76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1700"/>
              </a:spcBef>
              <a:spcAft>
                <a:spcPts val="0"/>
              </a:spcAft>
              <a:buClr>
                <a:schemeClr val="lt1"/>
              </a:buClr>
              <a:buSzPts val="8500"/>
              <a:buFont typeface="Nunito Black"/>
              <a:buNone/>
            </a:pPr>
            <a:r>
              <a:t/>
            </a:r>
            <a:endParaRPr b="1" i="0" sz="7600" u="none" cap="none" strike="noStrike">
              <a:solidFill>
                <a:schemeClr val="lt1"/>
              </a:solidFill>
              <a:latin typeface="Calibri"/>
              <a:ea typeface="Calibri"/>
              <a:cs typeface="Calibri"/>
              <a:sym typeface="Calibri"/>
            </a:endParaRPr>
          </a:p>
          <a:p>
            <a:pPr indent="0" lvl="0" marL="0" marR="0" rtl="0" algn="ctr">
              <a:lnSpc>
                <a:spcPct val="100000"/>
              </a:lnSpc>
              <a:spcBef>
                <a:spcPts val="1700"/>
              </a:spcBef>
              <a:spcAft>
                <a:spcPts val="0"/>
              </a:spcAft>
              <a:buClr>
                <a:schemeClr val="lt1"/>
              </a:buClr>
              <a:buSzPts val="8500"/>
              <a:buFont typeface="Nunito Black"/>
              <a:buNone/>
            </a:pPr>
            <a:r>
              <a:t/>
            </a:r>
            <a:endParaRPr b="0" i="0" sz="500" u="none" cap="none" strike="noStrike">
              <a:solidFill>
                <a:srgbClr val="000000"/>
              </a:solidFill>
              <a:latin typeface="Calibri"/>
              <a:ea typeface="Calibri"/>
              <a:cs typeface="Calibri"/>
              <a:sym typeface="Calibri"/>
            </a:endParaRPr>
          </a:p>
        </p:txBody>
      </p:sp>
      <p:sp>
        <p:nvSpPr>
          <p:cNvPr id="86" name="Google Shape;86;g33e47f97513_16_3"/>
          <p:cNvSpPr txBox="1"/>
          <p:nvPr/>
        </p:nvSpPr>
        <p:spPr>
          <a:xfrm>
            <a:off x="9678125" y="3514850"/>
            <a:ext cx="26563200" cy="1867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lt1"/>
              </a:buClr>
              <a:buSzPts val="5600"/>
              <a:buFont typeface="Arial"/>
              <a:buNone/>
            </a:pPr>
            <a:r>
              <a:rPr b="0" i="0" lang="en-US" sz="5600" u="none" cap="none" strike="noStrike">
                <a:solidFill>
                  <a:schemeClr val="lt1"/>
                </a:solidFill>
                <a:latin typeface="Times New Roman"/>
                <a:ea typeface="Times New Roman"/>
                <a:cs typeface="Times New Roman"/>
                <a:sym typeface="Times New Roman"/>
              </a:rPr>
              <a:t>Tina Nguyen, Diego Brown, Jainil Anilkumar Patel, Joshalynn Worth</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1120"/>
              </a:spcBef>
              <a:spcAft>
                <a:spcPts val="0"/>
              </a:spcAft>
              <a:buClr>
                <a:schemeClr val="lt1"/>
              </a:buClr>
              <a:buSzPts val="5600"/>
              <a:buFont typeface="Arial"/>
              <a:buNone/>
            </a:pPr>
            <a:r>
              <a:rPr b="0" i="0" lang="en-US" sz="5600" u="none" cap="none" strike="noStrike">
                <a:solidFill>
                  <a:schemeClr val="lt1"/>
                </a:solidFill>
                <a:latin typeface="Times New Roman"/>
                <a:ea typeface="Times New Roman"/>
                <a:cs typeface="Times New Roman"/>
                <a:sym typeface="Times New Roman"/>
              </a:rPr>
              <a:t>University of Missouri-Kansas City, Computer Science</a:t>
            </a:r>
            <a:endParaRPr b="0" i="0" sz="1400" u="none" cap="none" strike="noStrike">
              <a:solidFill>
                <a:srgbClr val="000000"/>
              </a:solidFill>
              <a:latin typeface="Times New Roman"/>
              <a:ea typeface="Times New Roman"/>
              <a:cs typeface="Times New Roman"/>
              <a:sym typeface="Times New Roman"/>
            </a:endParaRPr>
          </a:p>
        </p:txBody>
      </p:sp>
      <p:sp>
        <p:nvSpPr>
          <p:cNvPr id="87" name="Google Shape;87;g33e47f97513_16_3"/>
          <p:cNvSpPr txBox="1"/>
          <p:nvPr/>
        </p:nvSpPr>
        <p:spPr>
          <a:xfrm>
            <a:off x="353450" y="6824700"/>
            <a:ext cx="10554300" cy="7082700"/>
          </a:xfrm>
          <a:prstGeom prst="rect">
            <a:avLst/>
          </a:prstGeom>
          <a:noFill/>
          <a:ln>
            <a:noFill/>
          </a:ln>
        </p:spPr>
        <p:txBody>
          <a:bodyPr anchorCtr="0" anchor="t" bIns="45700" lIns="91400" spcFirstLastPara="1" rIns="91400" wrap="square" tIns="45700">
            <a:spAutoFit/>
          </a:bodyPr>
          <a:lstStyle/>
          <a:p>
            <a:pPr indent="0" lvl="0" marL="0" rtl="0" algn="just">
              <a:lnSpc>
                <a:spcPct val="115000"/>
              </a:lnSpc>
              <a:spcBef>
                <a:spcPts val="1200"/>
              </a:spcBef>
              <a:spcAft>
                <a:spcPts val="0"/>
              </a:spcAft>
              <a:buClr>
                <a:schemeClr val="dk1"/>
              </a:buClr>
              <a:buSzPts val="1100"/>
              <a:buFont typeface="Arial"/>
              <a:buNone/>
            </a:pPr>
            <a:r>
              <a:rPr lang="en-US" sz="1900">
                <a:solidFill>
                  <a:schemeClr val="dk1"/>
                </a:solidFill>
              </a:rPr>
              <a:t>Human emotions are often reflected not only in what people say, but also in how they say it. Tone of voice, loudness, pitch, rhythm, and speech energy can provide important clues about a speaker’s emotional state. This project focuses on classifying emotions from short spoken sentences using acoustic features extracted from audio signals. Instead of using complex deep learning or multimodal video systems, the goal is to build a simple and interpretable speech-based emotion recognition pipeline. The system extracts features such as zero-crossing rate, RMS energy, spectral centroid, spectral bandwidth, spectral rolloff, spectral flatness, MFCCs, log-Mel spectrogram statistics, chroma features, pitch, and voicing information. These features capture different aspects of speech, including vocal energy, frequency distribution, pitch behavior, and speaking style.</a:t>
            </a:r>
            <a:endParaRPr sz="19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US" sz="1900">
                <a:solidFill>
                  <a:schemeClr val="dk1"/>
                </a:solidFill>
              </a:rPr>
              <a:t>A practical application of this system is in customer service or call-center environments. When a customer calls a company and interacts with an automated bot or answers short questions while waiting, the system can analyze the customer’s voice and estimate their emotional state. Based on the detected emotion, the call can be routed to a suitable representative; for example, an angry or frustrated customer can be directed to an agent trained to handle difficult conversations, while a calm or neutral customer can be sent to a general support agent. In this project, a Support Vector Machine classifier is used to predict emotions from the extracted acoustic feature vectors. The broader goal is to show that traditional machine learning with carefully selected speech features can provide a practical solution for emotion detection from short audio phrases.</a:t>
            </a:r>
            <a:endParaRPr sz="1900">
              <a:solidFill>
                <a:schemeClr val="dk1"/>
              </a:solidFill>
            </a:endParaRPr>
          </a:p>
          <a:p>
            <a:pPr indent="0" lvl="0" marL="0" marR="0" rtl="0" algn="just">
              <a:lnSpc>
                <a:spcPct val="115000"/>
              </a:lnSpc>
              <a:spcBef>
                <a:spcPts val="1200"/>
              </a:spcBef>
              <a:spcAft>
                <a:spcPts val="1200"/>
              </a:spcAft>
              <a:buClr>
                <a:schemeClr val="dk1"/>
              </a:buClr>
              <a:buSzPts val="1100"/>
              <a:buFont typeface="Arial"/>
              <a:buNone/>
            </a:pPr>
            <a:r>
              <a:t/>
            </a:r>
            <a:endParaRPr sz="1900">
              <a:solidFill>
                <a:schemeClr val="dk1"/>
              </a:solidFill>
            </a:endParaRPr>
          </a:p>
        </p:txBody>
      </p:sp>
      <p:sp>
        <p:nvSpPr>
          <p:cNvPr id="88" name="Google Shape;88;g33e47f97513_16_3"/>
          <p:cNvSpPr/>
          <p:nvPr/>
        </p:nvSpPr>
        <p:spPr>
          <a:xfrm>
            <a:off x="353450" y="5724450"/>
            <a:ext cx="10554300" cy="873300"/>
          </a:xfrm>
          <a:prstGeom prst="rect">
            <a:avLst/>
          </a:prstGeom>
          <a:solidFill>
            <a:srgbClr val="A0BEC8"/>
          </a:solidFill>
          <a:ln>
            <a:noFill/>
          </a:ln>
        </p:spPr>
        <p:txBody>
          <a:bodyPr anchorCtr="0" anchor="ctr" bIns="68550" lIns="274300" spcFirstLastPara="1" rIns="274300" wrap="square" tIns="7315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Times New Roman"/>
                <a:ea typeface="Times New Roman"/>
                <a:cs typeface="Times New Roman"/>
                <a:sym typeface="Times New Roman"/>
              </a:rPr>
              <a:t>Introduction</a:t>
            </a:r>
            <a:endParaRPr b="0" i="0" sz="1400" u="none" cap="none" strike="noStrike">
              <a:solidFill>
                <a:srgbClr val="000000"/>
              </a:solidFill>
              <a:latin typeface="Times New Roman"/>
              <a:ea typeface="Times New Roman"/>
              <a:cs typeface="Times New Roman"/>
              <a:sym typeface="Times New Roman"/>
            </a:endParaRPr>
          </a:p>
        </p:txBody>
      </p:sp>
      <p:sp>
        <p:nvSpPr>
          <p:cNvPr id="89" name="Google Shape;89;g33e47f97513_16_3"/>
          <p:cNvSpPr/>
          <p:nvPr/>
        </p:nvSpPr>
        <p:spPr>
          <a:xfrm>
            <a:off x="11290300" y="5724450"/>
            <a:ext cx="21248400" cy="873300"/>
          </a:xfrm>
          <a:prstGeom prst="rect">
            <a:avLst/>
          </a:prstGeom>
          <a:solidFill>
            <a:srgbClr val="A0BEC8"/>
          </a:solidFill>
          <a:ln>
            <a:noFill/>
          </a:ln>
        </p:spPr>
        <p:txBody>
          <a:bodyPr anchorCtr="0" anchor="ctr" bIns="68550" lIns="274300" spcFirstLastPara="1" rIns="274300" wrap="square" tIns="7315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Times New Roman"/>
                <a:ea typeface="Times New Roman"/>
                <a:cs typeface="Times New Roman"/>
                <a:sym typeface="Times New Roman"/>
              </a:rPr>
              <a:t>Methodology</a:t>
            </a:r>
            <a:endParaRPr b="0" i="0" sz="1400" u="none" cap="none" strike="noStrike">
              <a:solidFill>
                <a:srgbClr val="000000"/>
              </a:solidFill>
              <a:latin typeface="Times New Roman"/>
              <a:ea typeface="Times New Roman"/>
              <a:cs typeface="Times New Roman"/>
              <a:sym typeface="Times New Roman"/>
            </a:endParaRPr>
          </a:p>
        </p:txBody>
      </p:sp>
      <p:sp>
        <p:nvSpPr>
          <p:cNvPr id="90" name="Google Shape;90;g33e47f97513_16_3"/>
          <p:cNvSpPr txBox="1"/>
          <p:nvPr/>
        </p:nvSpPr>
        <p:spPr>
          <a:xfrm>
            <a:off x="353450" y="28432775"/>
            <a:ext cx="10554300" cy="461700"/>
          </a:xfrm>
          <a:prstGeom prst="rect">
            <a:avLst/>
          </a:prstGeom>
          <a:noFill/>
          <a:ln>
            <a:noFill/>
          </a:ln>
        </p:spPr>
        <p:txBody>
          <a:bodyPr anchorCtr="0" anchor="t" bIns="45700" lIns="91400" spcFirstLastPara="1" rIns="91400" wrap="square" tIns="45700">
            <a:spAutoFit/>
          </a:bodyPr>
          <a:lstStyle/>
          <a:p>
            <a:pPr indent="0" lvl="0" marL="0" marR="0" rtl="0" algn="just">
              <a:lnSpc>
                <a:spcPct val="115000"/>
              </a:lnSpc>
              <a:spcBef>
                <a:spcPts val="0"/>
              </a:spcBef>
              <a:spcAft>
                <a:spcPts val="0"/>
              </a:spcAft>
              <a:buClr>
                <a:schemeClr val="dk1"/>
              </a:buClr>
              <a:buSzPts val="1100"/>
              <a:buFont typeface="Arial"/>
              <a:buNone/>
            </a:pPr>
            <a:r>
              <a:t/>
            </a:r>
            <a:endParaRPr b="0" i="0" sz="2400" u="none" cap="none" strike="noStrike">
              <a:solidFill>
                <a:srgbClr val="000000"/>
              </a:solidFill>
              <a:latin typeface="Arial"/>
              <a:ea typeface="Arial"/>
              <a:cs typeface="Arial"/>
              <a:sym typeface="Arial"/>
            </a:endParaRPr>
          </a:p>
        </p:txBody>
      </p:sp>
      <p:sp>
        <p:nvSpPr>
          <p:cNvPr id="91" name="Google Shape;91;g33e47f97513_16_3"/>
          <p:cNvSpPr/>
          <p:nvPr/>
        </p:nvSpPr>
        <p:spPr>
          <a:xfrm>
            <a:off x="353450" y="19561859"/>
            <a:ext cx="10554300" cy="873300"/>
          </a:xfrm>
          <a:prstGeom prst="rect">
            <a:avLst/>
          </a:prstGeom>
          <a:solidFill>
            <a:srgbClr val="A0BEC8"/>
          </a:solidFill>
          <a:ln>
            <a:noFill/>
          </a:ln>
        </p:spPr>
        <p:txBody>
          <a:bodyPr anchorCtr="0" anchor="ctr" bIns="68550" lIns="274300" spcFirstLastPara="1" rIns="274300" wrap="square" tIns="7315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Times New Roman"/>
                <a:ea typeface="Times New Roman"/>
                <a:cs typeface="Times New Roman"/>
                <a:sym typeface="Times New Roman"/>
              </a:rPr>
              <a:t>Application Overview</a:t>
            </a:r>
            <a:endParaRPr b="0" i="0" sz="1400" u="none" cap="none" strike="noStrike">
              <a:solidFill>
                <a:srgbClr val="000000"/>
              </a:solidFill>
              <a:latin typeface="Times New Roman"/>
              <a:ea typeface="Times New Roman"/>
              <a:cs typeface="Times New Roman"/>
              <a:sym typeface="Times New Roman"/>
            </a:endParaRPr>
          </a:p>
        </p:txBody>
      </p:sp>
      <p:pic>
        <p:nvPicPr>
          <p:cNvPr id="92" name="Google Shape;92;g33e47f97513_16_3"/>
          <p:cNvPicPr preferRelativeResize="0"/>
          <p:nvPr/>
        </p:nvPicPr>
        <p:blipFill rotWithShape="1">
          <a:blip r:embed="rId4">
            <a:alphaModFix/>
          </a:blip>
          <a:srcRect b="0" l="0" r="0" t="0"/>
          <a:stretch/>
        </p:blipFill>
        <p:spPr>
          <a:xfrm>
            <a:off x="0" y="-50450"/>
            <a:ext cx="6764700" cy="5209200"/>
          </a:xfrm>
          <a:prstGeom prst="rect">
            <a:avLst/>
          </a:prstGeom>
          <a:noFill/>
          <a:ln>
            <a:noFill/>
          </a:ln>
        </p:spPr>
      </p:pic>
      <p:sp>
        <p:nvSpPr>
          <p:cNvPr id="93" name="Google Shape;93;g33e47f97513_16_3"/>
          <p:cNvSpPr txBox="1"/>
          <p:nvPr/>
        </p:nvSpPr>
        <p:spPr>
          <a:xfrm>
            <a:off x="32807000" y="6939888"/>
            <a:ext cx="10442700" cy="461700"/>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4" name="Google Shape;94;g33e47f97513_16_3"/>
          <p:cNvSpPr txBox="1"/>
          <p:nvPr/>
        </p:nvSpPr>
        <p:spPr>
          <a:xfrm>
            <a:off x="25690250" y="30874725"/>
            <a:ext cx="6764700" cy="461700"/>
          </a:xfrm>
          <a:prstGeom prst="rect">
            <a:avLst/>
          </a:prstGeom>
          <a:noFill/>
          <a:ln>
            <a:noFill/>
          </a:ln>
        </p:spPr>
        <p:txBody>
          <a:bodyPr anchorCtr="0" anchor="t" bIns="91425" lIns="91425" spcFirstLastPara="1" rIns="91425" wrap="square" tIns="91425">
            <a:normAutofit fontScale="70000"/>
          </a:bodyPr>
          <a:lstStyle/>
          <a:p>
            <a:pPr indent="0" lvl="0" marL="0" marR="0" rtl="0" algn="ctr">
              <a:lnSpc>
                <a:spcPct val="115000"/>
              </a:lnSpc>
              <a:spcBef>
                <a:spcPts val="0"/>
              </a:spcBef>
              <a:spcAft>
                <a:spcPts val="0"/>
              </a:spcAft>
              <a:buClr>
                <a:srgbClr val="000000"/>
              </a:buClr>
              <a:buSzPct val="100000"/>
              <a:buFont typeface="Arial"/>
              <a:buNone/>
            </a:pPr>
            <a:r>
              <a:rPr b="1" lang="en-US" sz="2600">
                <a:solidFill>
                  <a:schemeClr val="dk1"/>
                </a:solidFill>
                <a:latin typeface="Roboto"/>
                <a:ea typeface="Roboto"/>
                <a:cs typeface="Roboto"/>
                <a:sym typeface="Roboto"/>
              </a:rPr>
              <a:t>Pipeline of the project</a:t>
            </a:r>
            <a:endParaRPr b="0" i="0" sz="2400" u="none" cap="none" strike="noStrike">
              <a:solidFill>
                <a:schemeClr val="dk1"/>
              </a:solidFill>
              <a:latin typeface="Roboto"/>
              <a:ea typeface="Roboto"/>
              <a:cs typeface="Roboto"/>
              <a:sym typeface="Roboto"/>
            </a:endParaRPr>
          </a:p>
        </p:txBody>
      </p:sp>
      <p:sp>
        <p:nvSpPr>
          <p:cNvPr id="95" name="Google Shape;95;g33e47f97513_16_3"/>
          <p:cNvSpPr txBox="1"/>
          <p:nvPr/>
        </p:nvSpPr>
        <p:spPr>
          <a:xfrm>
            <a:off x="11463525" y="21784850"/>
            <a:ext cx="5585400" cy="4014300"/>
          </a:xfrm>
          <a:prstGeom prst="rect">
            <a:avLst/>
          </a:prstGeom>
          <a:noFill/>
          <a:ln>
            <a:noFill/>
          </a:ln>
        </p:spPr>
        <p:txBody>
          <a:bodyPr anchorCtr="0" anchor="t" bIns="45700" lIns="91400" spcFirstLastPara="1" rIns="91400" wrap="square" tIns="45700">
            <a:spAutoFit/>
          </a:bodyPr>
          <a:lstStyle/>
          <a:p>
            <a:pPr indent="0" lvl="0" marL="0" marR="0" rtl="0" algn="l">
              <a:lnSpc>
                <a:spcPct val="115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Data Processing</a:t>
            </a:r>
            <a:r>
              <a:rPr b="0" i="0" lang="en-US" sz="2400" u="none" cap="none" strike="noStrike">
                <a:solidFill>
                  <a:schemeClr val="dk1"/>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Proper Sampling, Normalization, Trimming, and padding to make all the audios to the same size. </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 file name is checked and parsed to get the ground truth labels. </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Feature Engineering</a:t>
            </a:r>
            <a:endParaRPr b="1" i="0" sz="2400" u="none" cap="none" strike="noStrike">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Generated around 200 features which can be used to classify the sounds</a:t>
            </a:r>
            <a:endParaRPr b="1" sz="2400">
              <a:solidFill>
                <a:schemeClr val="dk1"/>
              </a:solidFill>
              <a:latin typeface="Times New Roman"/>
              <a:ea typeface="Times New Roman"/>
              <a:cs typeface="Times New Roman"/>
              <a:sym typeface="Times New Roman"/>
            </a:endParaRPr>
          </a:p>
        </p:txBody>
      </p:sp>
      <p:sp>
        <p:nvSpPr>
          <p:cNvPr id="96" name="Google Shape;96;g33e47f97513_16_3"/>
          <p:cNvSpPr/>
          <p:nvPr/>
        </p:nvSpPr>
        <p:spPr>
          <a:xfrm>
            <a:off x="32688349" y="24378888"/>
            <a:ext cx="10680000" cy="873300"/>
          </a:xfrm>
          <a:prstGeom prst="rect">
            <a:avLst/>
          </a:prstGeom>
          <a:solidFill>
            <a:srgbClr val="A0BEC8"/>
          </a:solidFill>
          <a:ln>
            <a:noFill/>
          </a:ln>
        </p:spPr>
        <p:txBody>
          <a:bodyPr anchorCtr="0" anchor="ctr" bIns="68550" lIns="274300" spcFirstLastPara="1" rIns="274300" wrap="square" tIns="7315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Times New Roman"/>
                <a:ea typeface="Times New Roman"/>
                <a:cs typeface="Times New Roman"/>
                <a:sym typeface="Times New Roman"/>
              </a:rPr>
              <a:t>References</a:t>
            </a:r>
            <a:endParaRPr b="0" i="0" sz="1400" u="none" cap="none" strike="noStrike">
              <a:solidFill>
                <a:srgbClr val="000000"/>
              </a:solidFill>
              <a:latin typeface="Times New Roman"/>
              <a:ea typeface="Times New Roman"/>
              <a:cs typeface="Times New Roman"/>
              <a:sym typeface="Times New Roman"/>
            </a:endParaRPr>
          </a:p>
        </p:txBody>
      </p:sp>
      <p:sp>
        <p:nvSpPr>
          <p:cNvPr id="97" name="Google Shape;97;g33e47f97513_16_3"/>
          <p:cNvSpPr txBox="1"/>
          <p:nvPr/>
        </p:nvSpPr>
        <p:spPr>
          <a:xfrm>
            <a:off x="32558150" y="25432875"/>
            <a:ext cx="10940400" cy="4863900"/>
          </a:xfrm>
          <a:prstGeom prst="rect">
            <a:avLst/>
          </a:prstGeom>
          <a:noFill/>
          <a:ln>
            <a:noFill/>
          </a:ln>
        </p:spPr>
        <p:txBody>
          <a:bodyPr anchorCtr="0" anchor="t" bIns="45700" lIns="91400" spcFirstLastPara="1" rIns="91400" wrap="square" tIns="45700">
            <a:spAutoFit/>
          </a:bodyPr>
          <a:lstStyle/>
          <a:p>
            <a:pPr indent="-381000" lvl="0" marL="457200" marR="0" rtl="0" algn="l">
              <a:lnSpc>
                <a:spcPct val="115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Livingstone, S. R., &amp; Russo, F. A. (2018). </a:t>
            </a:r>
            <a:r>
              <a:rPr b="0" i="1" lang="en-US" sz="2400" u="none" cap="none" strike="noStrike">
                <a:solidFill>
                  <a:schemeClr val="dk1"/>
                </a:solidFill>
                <a:latin typeface="Arial"/>
                <a:ea typeface="Arial"/>
                <a:cs typeface="Arial"/>
                <a:sym typeface="Arial"/>
              </a:rPr>
              <a:t>The Ryerson Audio-Visual Database of Emotional Speech and Song (RAVDESS): A dynamic, multimodal set of facial and vocal expressions in North American English</a:t>
            </a:r>
            <a:r>
              <a:rPr b="0" i="0" lang="en-US" sz="2400" u="none" cap="none" strike="noStrike">
                <a:solidFill>
                  <a:schemeClr val="dk1"/>
                </a:solidFill>
                <a:latin typeface="Arial"/>
                <a:ea typeface="Arial"/>
                <a:cs typeface="Arial"/>
                <a:sym typeface="Arial"/>
              </a:rPr>
              <a:t>. </a:t>
            </a:r>
            <a:r>
              <a:rPr b="1" i="0" lang="en-US" sz="2400" u="none" cap="none" strike="noStrike">
                <a:solidFill>
                  <a:schemeClr val="dk1"/>
                </a:solidFill>
                <a:latin typeface="Arial"/>
                <a:ea typeface="Arial"/>
                <a:cs typeface="Arial"/>
                <a:sym typeface="Arial"/>
              </a:rPr>
              <a:t>PLOS ONE, 13</a:t>
            </a:r>
            <a:r>
              <a:rPr b="0" i="0" lang="en-US" sz="2400" u="none" cap="none" strike="noStrike">
                <a:solidFill>
                  <a:schemeClr val="dk1"/>
                </a:solidFill>
                <a:latin typeface="Arial"/>
                <a:ea typeface="Arial"/>
                <a:cs typeface="Arial"/>
                <a:sym typeface="Arial"/>
              </a:rPr>
              <a:t>(5), e0196391.</a:t>
            </a:r>
            <a:endParaRPr b="0" i="0" sz="2400" u="none" cap="none" strike="noStrike">
              <a:solidFill>
                <a:schemeClr val="dk1"/>
              </a:solidFill>
              <a:latin typeface="Arial"/>
              <a:ea typeface="Arial"/>
              <a:cs typeface="Arial"/>
              <a:sym typeface="Aria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Livingstone, S. R., &amp; Russo, F. A. (2018). </a:t>
            </a:r>
            <a:r>
              <a:rPr i="1" lang="en-US" sz="2400">
                <a:solidFill>
                  <a:schemeClr val="dk1"/>
                </a:solidFill>
              </a:rPr>
              <a:t>The Ryerson Audio-Visual Database of Emotional Speech and Song (RAVDESS): A dynamic, multimodal set of facial and vocal expressions in North American English</a:t>
            </a:r>
            <a:r>
              <a:rPr lang="en-US" sz="2400">
                <a:solidFill>
                  <a:schemeClr val="dk1"/>
                </a:solidFill>
              </a:rPr>
              <a:t>. </a:t>
            </a:r>
            <a:r>
              <a:rPr b="1" lang="en-US" sz="2400">
                <a:solidFill>
                  <a:schemeClr val="dk1"/>
                </a:solidFill>
              </a:rPr>
              <a:t>PLOS ONE, 13</a:t>
            </a:r>
            <a:r>
              <a:rPr lang="en-US" sz="2400">
                <a:solidFill>
                  <a:schemeClr val="dk1"/>
                </a:solidFill>
              </a:rPr>
              <a:t>(5), e0196391.</a:t>
            </a:r>
            <a:endParaRPr sz="2400">
              <a:solidFill>
                <a:schemeClr val="dk1"/>
              </a:solidFill>
            </a:endParaRPr>
          </a:p>
          <a:p>
            <a:pPr indent="-381000" lvl="0" marL="45720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Schuller, B., Rigoll, G., &amp; Lang, M. (2004). Speech emotion recognition combining acoustic features and linguistic information in a hybrid support vector machine-belief network architecture. ICASSP, I-577–I-580.</a:t>
            </a:r>
            <a:endParaRPr sz="2400">
              <a:solidFill>
                <a:schemeClr val="dk1"/>
              </a:solidFill>
              <a:latin typeface="Times New Roman"/>
              <a:ea typeface="Times New Roman"/>
              <a:cs typeface="Times New Roman"/>
              <a:sym typeface="Times New Roman"/>
            </a:endParaRPr>
          </a:p>
        </p:txBody>
      </p:sp>
      <p:sp>
        <p:nvSpPr>
          <p:cNvPr id="98" name="Google Shape;98;g33e47f97513_16_3"/>
          <p:cNvSpPr/>
          <p:nvPr/>
        </p:nvSpPr>
        <p:spPr>
          <a:xfrm>
            <a:off x="290550" y="23884125"/>
            <a:ext cx="10554300" cy="873300"/>
          </a:xfrm>
          <a:prstGeom prst="rect">
            <a:avLst/>
          </a:prstGeom>
          <a:solidFill>
            <a:srgbClr val="A0BEC8"/>
          </a:solidFill>
          <a:ln>
            <a:noFill/>
          </a:ln>
        </p:spPr>
        <p:txBody>
          <a:bodyPr anchorCtr="0" anchor="ctr" bIns="68550" lIns="274300" spcFirstLastPara="1" rIns="274300" wrap="square" tIns="73150">
            <a:noAutofit/>
          </a:bodyPr>
          <a:lstStyle/>
          <a:p>
            <a:pPr indent="0" lvl="0" marL="0" marR="0" rtl="0" algn="ctr">
              <a:lnSpc>
                <a:spcPct val="100000"/>
              </a:lnSpc>
              <a:spcBef>
                <a:spcPts val="0"/>
              </a:spcBef>
              <a:spcAft>
                <a:spcPts val="0"/>
              </a:spcAft>
              <a:buClr>
                <a:schemeClr val="dk1"/>
              </a:buClr>
              <a:buSzPts val="3600"/>
              <a:buFont typeface="Arial"/>
              <a:buNone/>
            </a:pPr>
            <a:r>
              <a:rPr b="1" lang="en-US" sz="3600">
                <a:solidFill>
                  <a:schemeClr val="lt1"/>
                </a:solidFill>
                <a:latin typeface="Nunito"/>
                <a:ea typeface="Nunito"/>
                <a:cs typeface="Nunito"/>
                <a:sym typeface="Nunito"/>
              </a:rPr>
              <a:t>Cleaning Pipeline</a:t>
            </a:r>
            <a:endParaRPr b="0" i="0" sz="1400" u="none" cap="none" strike="noStrike">
              <a:solidFill>
                <a:srgbClr val="000000"/>
              </a:solidFill>
              <a:latin typeface="Arial"/>
              <a:ea typeface="Arial"/>
              <a:cs typeface="Arial"/>
              <a:sym typeface="Arial"/>
            </a:endParaRPr>
          </a:p>
        </p:txBody>
      </p:sp>
      <p:sp>
        <p:nvSpPr>
          <p:cNvPr id="99" name="Google Shape;99;g33e47f97513_16_3"/>
          <p:cNvSpPr/>
          <p:nvPr/>
        </p:nvSpPr>
        <p:spPr>
          <a:xfrm>
            <a:off x="32807000" y="5724475"/>
            <a:ext cx="10442700" cy="873300"/>
          </a:xfrm>
          <a:prstGeom prst="rect">
            <a:avLst/>
          </a:prstGeom>
          <a:solidFill>
            <a:srgbClr val="A0BEC8"/>
          </a:solidFill>
          <a:ln>
            <a:noFill/>
          </a:ln>
        </p:spPr>
        <p:txBody>
          <a:bodyPr anchorCtr="0" anchor="ctr" bIns="68550" lIns="274300" spcFirstLastPara="1" rIns="274300" wrap="square" tIns="73150">
            <a:noAutofit/>
          </a:bodyPr>
          <a:lstStyle/>
          <a:p>
            <a:pPr indent="0" lvl="0" marL="0" marR="0" rtl="0" algn="ctr">
              <a:lnSpc>
                <a:spcPct val="100000"/>
              </a:lnSpc>
              <a:spcBef>
                <a:spcPts val="0"/>
              </a:spcBef>
              <a:spcAft>
                <a:spcPts val="0"/>
              </a:spcAft>
              <a:buClr>
                <a:schemeClr val="dk1"/>
              </a:buClr>
              <a:buSzPts val="3600"/>
              <a:buFont typeface="Arial"/>
              <a:buNone/>
            </a:pPr>
            <a:r>
              <a:rPr b="1" i="0" lang="en-US" sz="3600" u="none" cap="none" strike="noStrike">
                <a:solidFill>
                  <a:schemeClr val="lt1"/>
                </a:solidFill>
                <a:latin typeface="Times New Roman"/>
                <a:ea typeface="Times New Roman"/>
                <a:cs typeface="Times New Roman"/>
                <a:sym typeface="Times New Roman"/>
              </a:rPr>
              <a:t>Results</a:t>
            </a:r>
            <a:endParaRPr b="0" i="0" sz="1400" u="none" cap="none" strike="noStrike">
              <a:solidFill>
                <a:srgbClr val="000000"/>
              </a:solidFill>
              <a:latin typeface="Times New Roman"/>
              <a:ea typeface="Times New Roman"/>
              <a:cs typeface="Times New Roman"/>
              <a:sym typeface="Times New Roman"/>
            </a:endParaRPr>
          </a:p>
        </p:txBody>
      </p:sp>
      <p:sp>
        <p:nvSpPr>
          <p:cNvPr id="100" name="Google Shape;100;g33e47f97513_16_3"/>
          <p:cNvSpPr/>
          <p:nvPr/>
        </p:nvSpPr>
        <p:spPr>
          <a:xfrm>
            <a:off x="32688350" y="30456975"/>
            <a:ext cx="10680000" cy="873300"/>
          </a:xfrm>
          <a:prstGeom prst="rect">
            <a:avLst/>
          </a:prstGeom>
          <a:solidFill>
            <a:srgbClr val="A0BEC8"/>
          </a:solidFill>
          <a:ln>
            <a:noFill/>
          </a:ln>
        </p:spPr>
        <p:txBody>
          <a:bodyPr anchorCtr="0" anchor="ctr" bIns="68550" lIns="274300" spcFirstLastPara="1" rIns="274300" wrap="square" tIns="73150">
            <a:noAutofit/>
          </a:bodyPr>
          <a:lstStyle/>
          <a:p>
            <a:pPr indent="0" lvl="0" marL="0" marR="0" rtl="0" algn="ctr">
              <a:lnSpc>
                <a:spcPct val="100000"/>
              </a:lnSpc>
              <a:spcBef>
                <a:spcPts val="0"/>
              </a:spcBef>
              <a:spcAft>
                <a:spcPts val="0"/>
              </a:spcAft>
              <a:buClr>
                <a:srgbClr val="000000"/>
              </a:buClr>
              <a:buSzPts val="3600"/>
              <a:buFont typeface="Arial"/>
              <a:buNone/>
            </a:pPr>
            <a:r>
              <a:rPr b="1" i="0" lang="en-US" sz="3600" u="none" cap="none" strike="noStrike">
                <a:solidFill>
                  <a:schemeClr val="lt1"/>
                </a:solidFill>
                <a:latin typeface="Times New Roman"/>
                <a:ea typeface="Times New Roman"/>
                <a:cs typeface="Times New Roman"/>
                <a:sym typeface="Times New Roman"/>
              </a:rPr>
              <a:t>Acknowledgments</a:t>
            </a:r>
            <a:endParaRPr b="0" i="0" sz="1400" u="none" cap="none" strike="noStrike">
              <a:solidFill>
                <a:srgbClr val="000000"/>
              </a:solidFill>
              <a:latin typeface="Times New Roman"/>
              <a:ea typeface="Times New Roman"/>
              <a:cs typeface="Times New Roman"/>
              <a:sym typeface="Times New Roman"/>
            </a:endParaRPr>
          </a:p>
        </p:txBody>
      </p:sp>
      <p:sp>
        <p:nvSpPr>
          <p:cNvPr id="101" name="Google Shape;101;g33e47f97513_16_3"/>
          <p:cNvSpPr txBox="1"/>
          <p:nvPr/>
        </p:nvSpPr>
        <p:spPr>
          <a:xfrm>
            <a:off x="32657350" y="31336425"/>
            <a:ext cx="10442700" cy="1311300"/>
          </a:xfrm>
          <a:prstGeom prst="rect">
            <a:avLst/>
          </a:prstGeom>
          <a:noFill/>
          <a:ln>
            <a:noFill/>
          </a:ln>
        </p:spPr>
        <p:txBody>
          <a:bodyPr anchorCtr="0" anchor="t" bIns="45700" lIns="91400" spcFirstLastPara="1" rIns="91400" wrap="square" tIns="45700">
            <a:spAutoFit/>
          </a:bodyPr>
          <a:lstStyle/>
          <a:p>
            <a:pPr indent="0" lvl="0" marL="0" marR="0" rtl="0" algn="ctr">
              <a:lnSpc>
                <a:spcPct val="115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University of Missouri - Kansas City</a:t>
            </a:r>
            <a:endParaRPr b="1" i="0" sz="2400" u="none" cap="none" strike="noStrike">
              <a:solidFill>
                <a:schemeClr val="dk1"/>
              </a:solidFill>
              <a:latin typeface="Times New Roman"/>
              <a:ea typeface="Times New Roman"/>
              <a:cs typeface="Times New Roman"/>
              <a:sym typeface="Times New Roman"/>
            </a:endParaRPr>
          </a:p>
          <a:p>
            <a:pPr indent="0" lvl="0" marL="0" marR="0" rtl="0" algn="ctr">
              <a:lnSpc>
                <a:spcPct val="115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CS5530: Principles of Data Science</a:t>
            </a:r>
            <a:endParaRPr b="1" i="0" sz="2400" u="none" cap="none" strike="noStrike">
              <a:solidFill>
                <a:schemeClr val="dk1"/>
              </a:solidFill>
              <a:latin typeface="Times New Roman"/>
              <a:ea typeface="Times New Roman"/>
              <a:cs typeface="Times New Roman"/>
              <a:sym typeface="Times New Roman"/>
            </a:endParaRPr>
          </a:p>
          <a:p>
            <a:pPr indent="0" lvl="0" marL="0" marR="0" rtl="0" algn="ctr">
              <a:lnSpc>
                <a:spcPct val="115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Professor: Syed Jawaad Hussaian Shah</a:t>
            </a:r>
            <a:endParaRPr b="1" i="0" sz="2400" u="none" cap="none" strike="noStrike">
              <a:solidFill>
                <a:schemeClr val="dk1"/>
              </a:solidFill>
              <a:latin typeface="Times New Roman"/>
              <a:ea typeface="Times New Roman"/>
              <a:cs typeface="Times New Roman"/>
              <a:sym typeface="Times New Roman"/>
            </a:endParaRPr>
          </a:p>
        </p:txBody>
      </p:sp>
      <p:pic>
        <p:nvPicPr>
          <p:cNvPr id="102" name="Google Shape;102;g33e47f97513_16_3" title="ChatGPT Image Apr 29, 2026 at 02_36_05 PM.png"/>
          <p:cNvPicPr preferRelativeResize="0"/>
          <p:nvPr/>
        </p:nvPicPr>
        <p:blipFill>
          <a:blip r:embed="rId5">
            <a:alphaModFix/>
          </a:blip>
          <a:stretch>
            <a:fillRect/>
          </a:stretch>
        </p:blipFill>
        <p:spPr>
          <a:xfrm>
            <a:off x="38293475" y="-81250"/>
            <a:ext cx="5585526" cy="5585526"/>
          </a:xfrm>
          <a:prstGeom prst="rect">
            <a:avLst/>
          </a:prstGeom>
          <a:noFill/>
          <a:ln>
            <a:noFill/>
          </a:ln>
        </p:spPr>
      </p:pic>
      <p:pic>
        <p:nvPicPr>
          <p:cNvPr id="103" name="Google Shape;103;g33e47f97513_16_3"/>
          <p:cNvPicPr preferRelativeResize="0"/>
          <p:nvPr/>
        </p:nvPicPr>
        <p:blipFill>
          <a:blip r:embed="rId6">
            <a:alphaModFix/>
          </a:blip>
          <a:stretch>
            <a:fillRect/>
          </a:stretch>
        </p:blipFill>
        <p:spPr>
          <a:xfrm>
            <a:off x="353450" y="13507900"/>
            <a:ext cx="10554299" cy="5939935"/>
          </a:xfrm>
          <a:prstGeom prst="rect">
            <a:avLst/>
          </a:prstGeom>
          <a:noFill/>
          <a:ln>
            <a:noFill/>
          </a:ln>
        </p:spPr>
      </p:pic>
      <p:pic>
        <p:nvPicPr>
          <p:cNvPr id="104" name="Google Shape;104;g33e47f97513_16_3" title="SVM Model Diagram.drawio.png"/>
          <p:cNvPicPr preferRelativeResize="0"/>
          <p:nvPr/>
        </p:nvPicPr>
        <p:blipFill>
          <a:blip r:embed="rId7">
            <a:alphaModFix/>
          </a:blip>
          <a:stretch>
            <a:fillRect/>
          </a:stretch>
        </p:blipFill>
        <p:spPr>
          <a:xfrm>
            <a:off x="353399" y="20549175"/>
            <a:ext cx="10554301" cy="3220919"/>
          </a:xfrm>
          <a:prstGeom prst="rect">
            <a:avLst/>
          </a:prstGeom>
          <a:noFill/>
          <a:ln>
            <a:noFill/>
          </a:ln>
        </p:spPr>
      </p:pic>
      <p:pic>
        <p:nvPicPr>
          <p:cNvPr id="105" name="Google Shape;105;g33e47f97513_16_3"/>
          <p:cNvPicPr preferRelativeResize="0"/>
          <p:nvPr/>
        </p:nvPicPr>
        <p:blipFill>
          <a:blip r:embed="rId8">
            <a:alphaModFix/>
          </a:blip>
          <a:stretch>
            <a:fillRect/>
          </a:stretch>
        </p:blipFill>
        <p:spPr>
          <a:xfrm>
            <a:off x="25690250" y="22008325"/>
            <a:ext cx="6764699" cy="8688809"/>
          </a:xfrm>
          <a:prstGeom prst="rect">
            <a:avLst/>
          </a:prstGeom>
          <a:noFill/>
          <a:ln>
            <a:noFill/>
          </a:ln>
        </p:spPr>
      </p:pic>
      <p:pic>
        <p:nvPicPr>
          <p:cNvPr id="106" name="Google Shape;106;g33e47f97513_16_3" title="ChatGPT Image Apr 29, 2026 at 08_13_34 PM.png"/>
          <p:cNvPicPr preferRelativeResize="0"/>
          <p:nvPr/>
        </p:nvPicPr>
        <p:blipFill rotWithShape="1">
          <a:blip r:embed="rId9">
            <a:alphaModFix/>
          </a:blip>
          <a:srcRect b="7072" l="0" r="0" t="0"/>
          <a:stretch/>
        </p:blipFill>
        <p:spPr>
          <a:xfrm>
            <a:off x="227700" y="24871450"/>
            <a:ext cx="10680000" cy="5585524"/>
          </a:xfrm>
          <a:prstGeom prst="rect">
            <a:avLst/>
          </a:prstGeom>
          <a:noFill/>
          <a:ln>
            <a:noFill/>
          </a:ln>
        </p:spPr>
      </p:pic>
      <p:sp>
        <p:nvSpPr>
          <p:cNvPr id="107" name="Google Shape;107;g33e47f97513_16_3"/>
          <p:cNvSpPr txBox="1"/>
          <p:nvPr/>
        </p:nvSpPr>
        <p:spPr>
          <a:xfrm>
            <a:off x="353400" y="30571000"/>
            <a:ext cx="10554300" cy="2245800"/>
          </a:xfrm>
          <a:prstGeom prst="rect">
            <a:avLst/>
          </a:prstGeom>
          <a:noFill/>
          <a:ln>
            <a:noFill/>
          </a:ln>
        </p:spPr>
        <p:txBody>
          <a:bodyPr anchorCtr="0" anchor="t" bIns="45700" lIns="91400" spcFirstLastPara="1" rIns="91400" wrap="square" tIns="45700">
            <a:spAutoFit/>
          </a:bodyPr>
          <a:lstStyle/>
          <a:p>
            <a:pPr indent="-381000" lvl="0" marL="457200" marR="0" rtl="0" algn="l">
              <a:lnSpc>
                <a:spcPct val="115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Normalization: </a:t>
            </a:r>
            <a:r>
              <a:rPr lang="en-US" sz="2000">
                <a:solidFill>
                  <a:schemeClr val="dk1"/>
                </a:solidFill>
              </a:rPr>
              <a:t>Scales all audio clips to a consistent amplitude range, reducing the effect of speaker loudness and recording volume. This helps the model focus on emotion-related voice patterns.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400">
                <a:solidFill>
                  <a:schemeClr val="dk1"/>
                </a:solidFill>
                <a:latin typeface="Times New Roman"/>
                <a:ea typeface="Times New Roman"/>
                <a:cs typeface="Times New Roman"/>
                <a:sym typeface="Times New Roman"/>
              </a:rPr>
              <a:t>2 Second Fixed Length: </a:t>
            </a:r>
            <a:r>
              <a:rPr lang="en-US" sz="1800">
                <a:solidFill>
                  <a:schemeClr val="dk1"/>
                </a:solidFill>
              </a:rPr>
              <a:t>We tested full-length audio, but short phrases were enough for emotion prediction. Limiting clips to 2 seconds made feature extraction faster and kept all samples consistent. Short clips were padded at the end.</a:t>
            </a:r>
            <a:endParaRPr sz="2600">
              <a:solidFill>
                <a:schemeClr val="dk1"/>
              </a:solidFill>
            </a:endParaRPr>
          </a:p>
        </p:txBody>
      </p:sp>
      <p:pic>
        <p:nvPicPr>
          <p:cNvPr id="108" name="Google Shape;108;g33e47f97513_16_3"/>
          <p:cNvPicPr preferRelativeResize="0"/>
          <p:nvPr/>
        </p:nvPicPr>
        <p:blipFill>
          <a:blip r:embed="rId10">
            <a:alphaModFix/>
          </a:blip>
          <a:stretch>
            <a:fillRect/>
          </a:stretch>
        </p:blipFill>
        <p:spPr>
          <a:xfrm>
            <a:off x="38033975" y="11366556"/>
            <a:ext cx="5585525" cy="4424649"/>
          </a:xfrm>
          <a:prstGeom prst="rect">
            <a:avLst/>
          </a:prstGeom>
          <a:noFill/>
          <a:ln>
            <a:noFill/>
          </a:ln>
        </p:spPr>
      </p:pic>
      <p:pic>
        <p:nvPicPr>
          <p:cNvPr id="109" name="Google Shape;109;g33e47f97513_16_3"/>
          <p:cNvPicPr preferRelativeResize="0"/>
          <p:nvPr/>
        </p:nvPicPr>
        <p:blipFill>
          <a:blip r:embed="rId11">
            <a:alphaModFix/>
          </a:blip>
          <a:stretch>
            <a:fillRect/>
          </a:stretch>
        </p:blipFill>
        <p:spPr>
          <a:xfrm>
            <a:off x="17454025" y="22069564"/>
            <a:ext cx="8002825" cy="4764713"/>
          </a:xfrm>
          <a:prstGeom prst="rect">
            <a:avLst/>
          </a:prstGeom>
          <a:noFill/>
          <a:ln>
            <a:noFill/>
          </a:ln>
        </p:spPr>
      </p:pic>
      <p:pic>
        <p:nvPicPr>
          <p:cNvPr id="110" name="Google Shape;110;g33e47f97513_16_3"/>
          <p:cNvPicPr preferRelativeResize="0"/>
          <p:nvPr/>
        </p:nvPicPr>
        <p:blipFill>
          <a:blip r:embed="rId12">
            <a:alphaModFix/>
          </a:blip>
          <a:stretch>
            <a:fillRect/>
          </a:stretch>
        </p:blipFill>
        <p:spPr>
          <a:xfrm>
            <a:off x="32636922" y="15967847"/>
            <a:ext cx="4955450" cy="3984923"/>
          </a:xfrm>
          <a:prstGeom prst="rect">
            <a:avLst/>
          </a:prstGeom>
          <a:noFill/>
          <a:ln>
            <a:noFill/>
          </a:ln>
        </p:spPr>
      </p:pic>
      <p:pic>
        <p:nvPicPr>
          <p:cNvPr id="111" name="Google Shape;111;g33e47f97513_16_3"/>
          <p:cNvPicPr preferRelativeResize="0"/>
          <p:nvPr/>
        </p:nvPicPr>
        <p:blipFill>
          <a:blip r:embed="rId13">
            <a:alphaModFix/>
          </a:blip>
          <a:stretch>
            <a:fillRect/>
          </a:stretch>
        </p:blipFill>
        <p:spPr>
          <a:xfrm>
            <a:off x="11388113" y="26037382"/>
            <a:ext cx="5585526" cy="4507361"/>
          </a:xfrm>
          <a:prstGeom prst="rect">
            <a:avLst/>
          </a:prstGeom>
          <a:noFill/>
          <a:ln>
            <a:noFill/>
          </a:ln>
        </p:spPr>
      </p:pic>
      <p:pic>
        <p:nvPicPr>
          <p:cNvPr id="112" name="Google Shape;112;g33e47f97513_16_3"/>
          <p:cNvPicPr preferRelativeResize="0"/>
          <p:nvPr/>
        </p:nvPicPr>
        <p:blipFill rotWithShape="1">
          <a:blip r:embed="rId14">
            <a:alphaModFix/>
          </a:blip>
          <a:srcRect b="4562" l="0" r="0" t="0"/>
          <a:stretch/>
        </p:blipFill>
        <p:spPr>
          <a:xfrm>
            <a:off x="11463525" y="6788501"/>
            <a:ext cx="20617627" cy="14758124"/>
          </a:xfrm>
          <a:prstGeom prst="rect">
            <a:avLst/>
          </a:prstGeom>
          <a:noFill/>
          <a:ln>
            <a:noFill/>
          </a:ln>
        </p:spPr>
      </p:pic>
      <p:sp>
        <p:nvSpPr>
          <p:cNvPr id="113" name="Google Shape;113;g33e47f97513_16_3"/>
          <p:cNvSpPr/>
          <p:nvPr/>
        </p:nvSpPr>
        <p:spPr>
          <a:xfrm>
            <a:off x="32538699" y="20252400"/>
            <a:ext cx="10680000" cy="873300"/>
          </a:xfrm>
          <a:prstGeom prst="rect">
            <a:avLst/>
          </a:prstGeom>
          <a:solidFill>
            <a:srgbClr val="A0BEC8"/>
          </a:solidFill>
          <a:ln>
            <a:noFill/>
          </a:ln>
        </p:spPr>
        <p:txBody>
          <a:bodyPr anchorCtr="0" anchor="ctr" bIns="68550" lIns="274300" spcFirstLastPara="1" rIns="274300" wrap="square" tIns="73150">
            <a:noAutofit/>
          </a:bodyPr>
          <a:lstStyle/>
          <a:p>
            <a:pPr indent="0" lvl="0" marL="0" marR="0" rtl="0" algn="ctr">
              <a:lnSpc>
                <a:spcPct val="100000"/>
              </a:lnSpc>
              <a:spcBef>
                <a:spcPts val="0"/>
              </a:spcBef>
              <a:spcAft>
                <a:spcPts val="0"/>
              </a:spcAft>
              <a:buClr>
                <a:srgbClr val="000000"/>
              </a:buClr>
              <a:buSzPts val="3600"/>
              <a:buFont typeface="Arial"/>
              <a:buNone/>
            </a:pPr>
            <a:r>
              <a:rPr b="1" lang="en-US" sz="3600">
                <a:solidFill>
                  <a:schemeClr val="lt1"/>
                </a:solidFill>
                <a:latin typeface="Times New Roman"/>
                <a:ea typeface="Times New Roman"/>
                <a:cs typeface="Times New Roman"/>
                <a:sym typeface="Times New Roman"/>
              </a:rPr>
              <a:t>Future</a:t>
            </a:r>
            <a:r>
              <a:rPr b="1" lang="en-US" sz="3600">
                <a:solidFill>
                  <a:schemeClr val="lt1"/>
                </a:solidFill>
                <a:latin typeface="Times New Roman"/>
                <a:ea typeface="Times New Roman"/>
                <a:cs typeface="Times New Roman"/>
                <a:sym typeface="Times New Roman"/>
              </a:rPr>
              <a:t> Scope</a:t>
            </a:r>
            <a:endParaRPr b="0" i="0" sz="1400" u="none" cap="none" strike="noStrike">
              <a:solidFill>
                <a:srgbClr val="000000"/>
              </a:solidFill>
              <a:latin typeface="Times New Roman"/>
              <a:ea typeface="Times New Roman"/>
              <a:cs typeface="Times New Roman"/>
              <a:sym typeface="Times New Roman"/>
            </a:endParaRPr>
          </a:p>
        </p:txBody>
      </p:sp>
      <p:sp>
        <p:nvSpPr>
          <p:cNvPr id="114" name="Google Shape;114;g33e47f97513_16_3"/>
          <p:cNvSpPr txBox="1"/>
          <p:nvPr/>
        </p:nvSpPr>
        <p:spPr>
          <a:xfrm>
            <a:off x="32558150" y="21187421"/>
            <a:ext cx="10940400" cy="3010800"/>
          </a:xfrm>
          <a:prstGeom prst="rect">
            <a:avLst/>
          </a:prstGeom>
          <a:noFill/>
          <a:ln>
            <a:noFill/>
          </a:ln>
        </p:spPr>
        <p:txBody>
          <a:bodyPr anchorCtr="0" anchor="t" bIns="45700" lIns="91400" spcFirstLastPara="1" rIns="91400" wrap="square" tIns="45700">
            <a:spAutoFit/>
          </a:bodyPr>
          <a:lstStyle/>
          <a:p>
            <a:pPr indent="-381000" lvl="0" marL="457200" rtl="0" algn="l">
              <a:lnSpc>
                <a:spcPct val="115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1) Multi pipeline model - Turning the sounds to text and predicting the sentiments based on NLP </a:t>
            </a:r>
            <a:endParaRPr b="1"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2) Boosting model - Keep getting the predictions of 2 second windows, and aggregating them before giving the final output. </a:t>
            </a:r>
            <a:endParaRPr b="1"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3) Real time prediction of the emotions. </a:t>
            </a:r>
            <a:endParaRPr b="1"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4) Further study performance differences across gender, accent, age group, or speaker identity to make the system more reliable and fair</a:t>
            </a:r>
            <a:endParaRPr b="1" sz="2400">
              <a:solidFill>
                <a:schemeClr val="dk1"/>
              </a:solidFill>
              <a:latin typeface="Times New Roman"/>
              <a:ea typeface="Times New Roman"/>
              <a:cs typeface="Times New Roman"/>
              <a:sym typeface="Times New Roman"/>
            </a:endParaRPr>
          </a:p>
        </p:txBody>
      </p:sp>
      <p:pic>
        <p:nvPicPr>
          <p:cNvPr id="115" name="Google Shape;115;g33e47f97513_16_3"/>
          <p:cNvPicPr preferRelativeResize="0"/>
          <p:nvPr/>
        </p:nvPicPr>
        <p:blipFill>
          <a:blip r:embed="rId15">
            <a:alphaModFix/>
          </a:blip>
          <a:stretch>
            <a:fillRect/>
          </a:stretch>
        </p:blipFill>
        <p:spPr>
          <a:xfrm>
            <a:off x="17454025" y="27110276"/>
            <a:ext cx="8002826" cy="5339816"/>
          </a:xfrm>
          <a:prstGeom prst="rect">
            <a:avLst/>
          </a:prstGeom>
          <a:noFill/>
          <a:ln>
            <a:noFill/>
          </a:ln>
        </p:spPr>
      </p:pic>
      <p:pic>
        <p:nvPicPr>
          <p:cNvPr id="116" name="Google Shape;116;g33e47f97513_16_3"/>
          <p:cNvPicPr preferRelativeResize="0"/>
          <p:nvPr/>
        </p:nvPicPr>
        <p:blipFill rotWithShape="1">
          <a:blip r:embed="rId16">
            <a:alphaModFix/>
          </a:blip>
          <a:srcRect b="0" l="0" r="1961" t="0"/>
          <a:stretch/>
        </p:blipFill>
        <p:spPr>
          <a:xfrm>
            <a:off x="38033975" y="15979300"/>
            <a:ext cx="5585399" cy="3918487"/>
          </a:xfrm>
          <a:prstGeom prst="rect">
            <a:avLst/>
          </a:prstGeom>
          <a:noFill/>
          <a:ln>
            <a:noFill/>
          </a:ln>
        </p:spPr>
      </p:pic>
      <p:pic>
        <p:nvPicPr>
          <p:cNvPr id="117" name="Google Shape;117;g33e47f97513_16_3"/>
          <p:cNvPicPr preferRelativeResize="0"/>
          <p:nvPr/>
        </p:nvPicPr>
        <p:blipFill>
          <a:blip r:embed="rId17">
            <a:alphaModFix/>
          </a:blip>
          <a:stretch>
            <a:fillRect/>
          </a:stretch>
        </p:blipFill>
        <p:spPr>
          <a:xfrm>
            <a:off x="17540616" y="31988400"/>
            <a:ext cx="5365250" cy="461700"/>
          </a:xfrm>
          <a:prstGeom prst="rect">
            <a:avLst/>
          </a:prstGeom>
          <a:noFill/>
          <a:ln>
            <a:noFill/>
          </a:ln>
        </p:spPr>
      </p:pic>
      <p:pic>
        <p:nvPicPr>
          <p:cNvPr id="118" name="Google Shape;118;g33e47f97513_16_3"/>
          <p:cNvPicPr preferRelativeResize="0"/>
          <p:nvPr/>
        </p:nvPicPr>
        <p:blipFill>
          <a:blip r:embed="rId18">
            <a:alphaModFix/>
          </a:blip>
          <a:stretch>
            <a:fillRect/>
          </a:stretch>
        </p:blipFill>
        <p:spPr>
          <a:xfrm>
            <a:off x="32807001" y="6817975"/>
            <a:ext cx="4955450" cy="3808916"/>
          </a:xfrm>
          <a:prstGeom prst="rect">
            <a:avLst/>
          </a:prstGeom>
          <a:noFill/>
          <a:ln>
            <a:noFill/>
          </a:ln>
        </p:spPr>
      </p:pic>
      <p:pic>
        <p:nvPicPr>
          <p:cNvPr id="119" name="Google Shape;119;g33e47f97513_16_3"/>
          <p:cNvPicPr preferRelativeResize="0"/>
          <p:nvPr/>
        </p:nvPicPr>
        <p:blipFill>
          <a:blip r:embed="rId19">
            <a:alphaModFix/>
          </a:blip>
          <a:stretch>
            <a:fillRect/>
          </a:stretch>
        </p:blipFill>
        <p:spPr>
          <a:xfrm>
            <a:off x="38144050" y="6817975"/>
            <a:ext cx="4955448" cy="3848676"/>
          </a:xfrm>
          <a:prstGeom prst="rect">
            <a:avLst/>
          </a:prstGeom>
          <a:noFill/>
          <a:ln>
            <a:noFill/>
          </a:ln>
        </p:spPr>
      </p:pic>
      <p:pic>
        <p:nvPicPr>
          <p:cNvPr id="120" name="Google Shape;120;g33e47f97513_16_3"/>
          <p:cNvPicPr preferRelativeResize="0"/>
          <p:nvPr/>
        </p:nvPicPr>
        <p:blipFill>
          <a:blip r:embed="rId20">
            <a:alphaModFix/>
          </a:blip>
          <a:stretch>
            <a:fillRect/>
          </a:stretch>
        </p:blipFill>
        <p:spPr>
          <a:xfrm>
            <a:off x="32636932" y="11192934"/>
            <a:ext cx="5169967" cy="4507374"/>
          </a:xfrm>
          <a:prstGeom prst="rect">
            <a:avLst/>
          </a:prstGeom>
          <a:noFill/>
          <a:ln>
            <a:noFill/>
          </a:ln>
        </p:spPr>
      </p:pic>
      <p:pic>
        <p:nvPicPr>
          <p:cNvPr id="121" name="Google Shape;121;g33e47f97513_16_3"/>
          <p:cNvPicPr preferRelativeResize="0"/>
          <p:nvPr/>
        </p:nvPicPr>
        <p:blipFill>
          <a:blip r:embed="rId21">
            <a:alphaModFix/>
          </a:blip>
          <a:stretch>
            <a:fillRect/>
          </a:stretch>
        </p:blipFill>
        <p:spPr>
          <a:xfrm>
            <a:off x="11332146" y="30782976"/>
            <a:ext cx="5585398" cy="196905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Verve">
      <a:dk1>
        <a:srgbClr val="000000"/>
      </a:dk1>
      <a:lt1>
        <a:srgbClr val="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Graphicsland/MakeSigns.com</dc:creator>
</cp:coreProperties>
</file>